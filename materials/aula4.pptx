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2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07" r:id="rId1"/>
    <p:sldMasterId id="2147483908" r:id="rId2"/>
    <p:sldMasterId id="2147483910" r:id="rId3"/>
  </p:sldMasterIdLst>
  <p:notesMasterIdLst>
    <p:notesMasterId r:id="rId17"/>
  </p:notesMasterIdLst>
  <p:sldIdLst>
    <p:sldId id="330" r:id="rId4"/>
    <p:sldId id="331" r:id="rId5"/>
    <p:sldId id="35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</p:sldIdLst>
  <p:sldSz cx="12192000" cy="6858000"/>
  <p:notesSz cx="6858000" cy="9144000"/>
  <p:embeddedFontLs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Light" panose="00000400000000000000" pitchFamily="2" charset="0"/>
      <p:regular r:id="rId22"/>
      <p:bold r:id="rId23"/>
      <p:italic r:id="rId24"/>
      <p:boldItalic r:id="rId25"/>
    </p:embeddedFont>
    <p:embeddedFont>
      <p:font typeface="Poppins Medium" panose="000006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ula 4" id="{7B2E955F-B1DF-4770-80A4-A01D7D04BA9A}">
          <p14:sldIdLst>
            <p14:sldId id="330"/>
            <p14:sldId id="331"/>
            <p14:sldId id="35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6DAB643-D88A-3E75-0270-FC2E3B49D3D7}" name="kym melo" initials="km" userId="cd73f0512394dcac" providerId="Windows Live"/>
  <p188:author id="{F5B7B953-1DF4-8E25-2FD7-461A6661F625}" name="user" initials="u" userId="user" providerId="None"/>
  <p188:author id="{5AA0A968-BEAC-3578-99DE-8E24331D5246}" name="Yasmin Aquino" initials="YA" userId="S::yasmin.aquino@vanzolini-ead.org.br::762970ba-864f-4cc2-a808-be1e8c01dea3" providerId="AD"/>
  <p188:author id="{377AEB95-F34C-FEB2-A03E-D3DA85656470}" name="Izabella Saadi Cerutti" initials="IS" userId="4295702eb40843b9" providerId="Windows Live"/>
  <p188:author id="{4BD3CBB0-6750-1FDD-67D3-2ACB669506AF}" name="Soraia Novaes" initials="SN" userId="S::soraia.novaes@apoiofde.sp.gov.br::f517fece-32b1-4449-a5a1-33836cdfbea7" providerId="AD"/>
  <p188:author id="{323E71DD-2DD6-0498-FA2F-F91E6C9039EE}" name="Manuela Buk de Araujo" initials="MB" userId="0af21dece6336a9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5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4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34" Type="http://schemas.microsoft.com/office/2018/10/relationships/authors" Target="author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8" name="Google Shape;3828;g3f6172b20c7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9" name="Google Shape;3829;g3f6172b20c7_0_1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3830" name="Google Shape;3830;g3f6172b20c7_0_1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Google Shape;3833;g3f62be24d6d_0_1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34" name="Google Shape;3834;g3f62be24d6d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7" name="Google Shape;2727;g3f3af8d0963_0_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8" name="Google Shape;2728;g3f3af8d0963_0_9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729" name="Google Shape;2729;g3f3af8d0963_0_9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25198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" name="Google Shape;3891;g3f62be24d6d_0_2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92" name="Google Shape;3892;g3f62be24d6d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0" name="Google Shape;3910;g3f62be24d6d_0_2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11" name="Google Shape;3911;g3f62be24d6d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9" name="Google Shape;3919;g3f6172b20c7_0_2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20" name="Google Shape;3920;g3f6172b20c7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8" name="Google Shape;3938;g3f6172b20c7_0_2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400" lvl="0" indent="-2286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	</a:t>
            </a:r>
            <a:endParaRPr/>
          </a:p>
        </p:txBody>
      </p:sp>
      <p:sp>
        <p:nvSpPr>
          <p:cNvPr id="3939" name="Google Shape;3939;g3f6172b20c7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3" name="Google Shape;3943;g3f6172b20c7_0_2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44" name="Google Shape;3944;g3f6172b20c7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9" name="Google Shape;3949;g3f6172b20c7_0_2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50" name="Google Shape;3950;g3f6172b20c7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5" name="Google Shape;3955;g3f6172b20c7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6" name="Google Shape;3956;g3f6172b20c7_0_3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957" name="Google Shape;3957;g3f6172b20c7_0_3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0" name="Google Shape;3960;g3f6172b20c7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1" name="Google Shape;3961;g3f6172b20c7_0_3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962" name="Google Shape;3962;g3f6172b20c7_0_3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4" name="Google Shape;3984;g3f6172b20c7_0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5" name="Google Shape;3985;g3f6172b20c7_0_3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986" name="Google Shape;3986;g3f6172b20c7_0_3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6" name="Google Shape;4016;g3f6172b20c7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7" name="Google Shape;4017;g3f6172b20c7_0_3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4018" name="Google Shape;4018;g3f6172b20c7_0_3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5.emf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8.png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4.png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802699" y="1543035"/>
            <a:ext cx="4205858" cy="3044205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2149362" y="2398780"/>
            <a:ext cx="3401671" cy="157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6069602" y="2317274"/>
            <a:ext cx="3578455" cy="570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6116400" y="2896479"/>
            <a:ext cx="3673776" cy="96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9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9766737" y="6378809"/>
            <a:ext cx="2435595" cy="499855"/>
            <a:chOff x="14634602" y="9537218"/>
            <a:chExt cx="3653392" cy="749782"/>
          </a:xfrm>
        </p:grpSpPr>
        <p:pic>
          <p:nvPicPr>
            <p:cNvPr id="20" name="Google Shape;20;p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25" name="Google Shape;25;p3"/>
            <p:cNvSpPr/>
            <p:nvPr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6" cy="696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" name="Google Shape;34;p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6090044" y="840916"/>
            <a:ext cx="0" cy="5101049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5"/>
          <p:cNvSpPr txBox="1"/>
          <p:nvPr/>
        </p:nvSpPr>
        <p:spPr>
          <a:xfrm>
            <a:off x="1428809" y="885957"/>
            <a:ext cx="408409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1433188" y="2910758"/>
            <a:ext cx="3369028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1445466" y="4957148"/>
            <a:ext cx="3267249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7467011" y="2910757"/>
            <a:ext cx="438108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395562" y="5386992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3"/>
          </p:nvPr>
        </p:nvSpPr>
        <p:spPr>
          <a:xfrm>
            <a:off x="7467375" y="3494672"/>
            <a:ext cx="4044985" cy="159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85" cy="10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8" name="Google Shape;48;p5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9" name="Google Shape;49;p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434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14540" y="2965834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5"/>
          <p:cNvGrpSpPr/>
          <p:nvPr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" name="Google Shape;60;p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/>
          <p:nvPr/>
        </p:nvSpPr>
        <p:spPr>
          <a:xfrm>
            <a:off x="516205" y="500759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5166078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67" name="Google Shape;67;p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" name="Google Shape;68;p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" name="Google Shape;75;p5"/>
          <p:cNvSpPr/>
          <p:nvPr/>
        </p:nvSpPr>
        <p:spPr>
          <a:xfrm>
            <a:off x="6537750" y="2957665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37986" y="3065583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5"/>
          <p:cNvGrpSpPr/>
          <p:nvPr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5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00184" y="44804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5260792" y="304269"/>
            <a:ext cx="6553729" cy="55682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832" cy="414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632648" y="1011053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2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31" name="Google Shape;131;p12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1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3426936" y="0"/>
            <a:ext cx="8781698" cy="6886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5" name="Google Shape;155;p1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6" name="Google Shape;156;p1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7" name="Google Shape;157;p1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8" name="Google Shape;158;p1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" name="Google Shape;166;p1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75" name="Google Shape;175;p1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6" name="Google Shape;176;p1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7" name="Google Shape;177;p1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5" name="Google Shape;185;p1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062" cy="173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640" cy="348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782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6924" cy="35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89" cy="24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19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793" cy="321627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12" name="Google Shape;212;p19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783" cy="118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716" cy="29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716" cy="373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717" cy="369979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" name="Google Shape;231;p21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78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785" cy="31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24"/>
          <p:cNvCxnSpPr/>
          <p:nvPr/>
        </p:nvCxnSpPr>
        <p:spPr>
          <a:xfrm rot="10800000">
            <a:off x="4997465" y="2618483"/>
            <a:ext cx="6017865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5" name="Google Shape;255;p24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6" name="Google Shape;256;p24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055" cy="11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7" name="Google Shape;257;p24"/>
          <p:cNvCxnSpPr/>
          <p:nvPr/>
        </p:nvCxnSpPr>
        <p:spPr>
          <a:xfrm rot="10800000">
            <a:off x="4997465" y="4669769"/>
            <a:ext cx="596115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8" name="Google Shape;258;p24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" name="Google Shape;259;p24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053" cy="113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6" cy="61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5" cy="82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78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7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6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87" cy="238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55" cy="7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083" cy="1879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055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3" name="Google Shape;293;p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246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4" name="Google Shape;294;p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537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473493" y="697144"/>
            <a:ext cx="1829795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0"/>
          <p:cNvGrpSpPr/>
          <p:nvPr/>
        </p:nvGrpSpPr>
        <p:grpSpPr>
          <a:xfrm>
            <a:off x="0" y="0"/>
            <a:ext cx="8566485" cy="5808133"/>
            <a:chOff x="0" y="0"/>
            <a:chExt cx="8566485" cy="5808133"/>
          </a:xfrm>
        </p:grpSpPr>
        <p:sp>
          <p:nvSpPr>
            <p:cNvPr id="313" name="Google Shape;313;p30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30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23" cy="312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91" cy="40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32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32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4535254" y="1129596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34"/>
          <p:cNvCxnSpPr/>
          <p:nvPr/>
        </p:nvCxnSpPr>
        <p:spPr>
          <a:xfrm>
            <a:off x="4535253" y="1685408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3" name="Google Shape;343;p34"/>
          <p:cNvSpPr txBox="1"/>
          <p:nvPr/>
        </p:nvSpPr>
        <p:spPr>
          <a:xfrm>
            <a:off x="4535254" y="2594775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4"/>
          <p:cNvCxnSpPr/>
          <p:nvPr/>
        </p:nvCxnSpPr>
        <p:spPr>
          <a:xfrm>
            <a:off x="4535253" y="3150587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5" name="Google Shape;345;p34"/>
          <p:cNvSpPr txBox="1"/>
          <p:nvPr/>
        </p:nvSpPr>
        <p:spPr>
          <a:xfrm>
            <a:off x="4535254" y="4059954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4"/>
          <p:cNvCxnSpPr/>
          <p:nvPr/>
        </p:nvCxnSpPr>
        <p:spPr>
          <a:xfrm>
            <a:off x="4535253" y="461576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7" name="Google Shape;347;p34"/>
          <p:cNvSpPr txBox="1"/>
          <p:nvPr/>
        </p:nvSpPr>
        <p:spPr>
          <a:xfrm>
            <a:off x="4535254" y="5525133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34"/>
          <p:cNvCxnSpPr/>
          <p:nvPr/>
        </p:nvCxnSpPr>
        <p:spPr>
          <a:xfrm>
            <a:off x="4535253" y="608094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9" name="Google Shape;349;p3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35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59" name="Google Shape;359;p3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233" cy="406823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60" name="Google Shape;360;p35"/>
          <p:cNvSpPr txBox="1"/>
          <p:nvPr/>
        </p:nvSpPr>
        <p:spPr>
          <a:xfrm>
            <a:off x="4676921" y="734022"/>
            <a:ext cx="5440600" cy="71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78" cy="4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53" cy="2612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3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665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37"/>
          <p:cNvCxnSpPr/>
          <p:nvPr/>
        </p:nvCxnSpPr>
        <p:spPr>
          <a:xfrm>
            <a:off x="460698" y="3353252"/>
            <a:ext cx="11844716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75" name="Google Shape;375;p3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2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6" name="Google Shape;376;p3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432" cy="4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7" name="Google Shape;377;p3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8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84" name="Google Shape;384;p38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5" name="Google Shape;385;p38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6" name="Google Shape;386;p38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7" name="Google Shape;387;p38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388" name="Google Shape;388;p3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89" name="Google Shape;389;p3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0" name="Google Shape;390;p3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1" name="Google Shape;391;p3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2" name="Google Shape;392;p3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39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9" name="Google Shape;399;p39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0" name="Google Shape;400;p39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1" name="Google Shape;401;p39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2" name="Google Shape;402;p39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03" name="Google Shape;403;p3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4" name="Google Shape;404;p3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5" name="Google Shape;405;p3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6" name="Google Shape;406;p3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7" name="Google Shape;407;p3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3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40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14" name="Google Shape;414;p40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5" name="Google Shape;415;p40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6" name="Google Shape;416;p40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7" name="Google Shape;417;p40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18" name="Google Shape;418;p4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19" name="Google Shape;419;p4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0" name="Google Shape;420;p4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1" name="Google Shape;421;p4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2" name="Google Shape;422;p4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p4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24" name="Google Shape;424;p40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25" name="Google Shape;425;p40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41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31" name="Google Shape;431;p41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2" name="Google Shape;432;p41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3" name="Google Shape;433;p41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4" name="Google Shape;434;p41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35" name="Google Shape;435;p4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6" name="Google Shape;436;p4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7" name="Google Shape;437;p4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8" name="Google Shape;438;p4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9" name="Google Shape;439;p4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0" name="Google Shape;440;p4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41" name="Google Shape;441;p41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42" name="Google Shape;442;p41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42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8" name="Google Shape;448;p42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49" name="Google Shape;449;p42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0" name="Google Shape;450;p42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1" name="Google Shape;451;p42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2" name="Google Shape;452;p4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3" name="Google Shape;453;p4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4" name="Google Shape;454;p4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5" name="Google Shape;455;p4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6" name="Google Shape;456;p4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4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58" name="Google Shape;458;p42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9" name="Google Shape;459;p4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5" name="Google Shape;465;p4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6" name="Google Shape;466;p4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7" name="Google Shape;467;p4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468" name="Google Shape;468;p43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69" name="Google Shape;469;p4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4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4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72" name="Google Shape;472;p4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4" name="Google Shape;474;p4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5" name="Google Shape;475;p4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595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182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48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441" cy="1667933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48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14" name="Google Shape;514;p49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49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0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20" cy="5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789" cy="37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3" name="Google Shape;523;p50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75" cy="376111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24" name="Google Shape;524;p50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0" name="Google Shape;530;p5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1" name="Google Shape;531;p5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1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2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3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8" name="Google Shape;548;p5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9" name="Google Shape;549;p5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2" name="Google Shape;552;p5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3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4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0" name="Google Shape;560;p5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1" name="Google Shape;561;p5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4" name="Google Shape;564;p5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5" name="Google Shape;565;p54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4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4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4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68"/>
          <a:stretch/>
        </p:blipFill>
        <p:spPr>
          <a:xfrm>
            <a:off x="428798" y="386760"/>
            <a:ext cx="3243277" cy="3243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572" name="Google Shape;572;p55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4" name="Google Shape;574;p5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5" name="Google Shape;575;p5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6" name="Google Shape;576;p5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7" name="Google Shape;577;p55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5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6" descr="Câmera fotográfica preta&#10;&#10;Descrição gerada automaticamente"/>
          <p:cNvSpPr/>
          <p:nvPr/>
        </p:nvSpPr>
        <p:spPr>
          <a:xfrm>
            <a:off x="428798" y="386760"/>
            <a:ext cx="3243277" cy="32432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56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4" name="Google Shape;584;p5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5" name="Google Shape;585;p5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6" name="Google Shape;586;p5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56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6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730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2" name="Google Shape;592;p5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633" cy="3781425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5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6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5" name="Google Shape;595;p5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58"/>
          <p:cNvCxnSpPr/>
          <p:nvPr/>
        </p:nvCxnSpPr>
        <p:spPr>
          <a:xfrm>
            <a:off x="343022" y="609127"/>
            <a:ext cx="7496113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0" name="Google Shape;600;p58"/>
          <p:cNvSpPr txBox="1"/>
          <p:nvPr/>
        </p:nvSpPr>
        <p:spPr>
          <a:xfrm>
            <a:off x="343021" y="409155"/>
            <a:ext cx="4153598" cy="23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/>
          </a:p>
        </p:txBody>
      </p:sp>
      <p:sp>
        <p:nvSpPr>
          <p:cNvPr id="608" name="Google Shape;608;p6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/>
          </a:p>
        </p:txBody>
      </p:sp>
      <p:sp>
        <p:nvSpPr>
          <p:cNvPr id="609" name="Google Shape;609;p6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/>
          </a:p>
        </p:txBody>
      </p:sp>
      <p:pic>
        <p:nvPicPr>
          <p:cNvPr id="610" name="Google Shape;610;p6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6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3" name="Google Shape;613;p62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614" name="Google Shape;614;p62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62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6" name="Google Shape;616;p6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7" name="Google Shape;617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8" name="Google Shape;618;p62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619" name="Google Shape;619;p62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62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21" name="Google Shape;621;p62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2" name="Google Shape;622;p62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623" name="Google Shape;623;p6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6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6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628" name="Google Shape;628;p6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0" name="Google Shape;630;p64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p64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2" name="Google Shape;632;p64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3" name="Google Shape;633;p64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64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5" name="Google Shape;635;p64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6" name="Google Shape;636;p64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64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/>
          </a:p>
        </p:txBody>
      </p:sp>
      <p:sp>
        <p:nvSpPr>
          <p:cNvPr id="638" name="Google Shape;638;p64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9" name="Google Shape;639;p64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0" name="Google Shape;640;p64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1" name="Google Shape;641;p64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642" name="Google Shape;642;p64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643" name="Google Shape;643;p6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4" name="Google Shape;644;p64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5" name="Google Shape;645;p64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6" name="Google Shape;646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64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4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0" name="Google Shape;650;p64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651" name="Google Shape;651;p64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652" name="Google Shape;652;p64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64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4" name="Google Shape;654;p64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64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4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64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8" name="Google Shape;658;p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64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0" name="Google Shape;660;p64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661" name="Google Shape;661;p64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2" name="Google Shape;662;p64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63" name="Google Shape;663;p64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64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64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64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64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64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9" name="Google Shape;669;p64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4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" name="Google Shape;671;p64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672" name="Google Shape;672;p64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673" name="Google Shape;673;p64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64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64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6" name="Google Shape;676;p64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64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6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02" name="Google Shape;702;p6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03" name="Google Shape;703;p6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4" name="Google Shape;704;p6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5" name="Google Shape;705;p6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6" name="Google Shape;706;p6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6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6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6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6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6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6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16" name="Google Shape;716;p6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7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1" name="Google Shape;721;p7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4" name="Google Shape;724;p7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725" name="Google Shape;725;p7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8" name="Google Shape;728;p7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7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73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7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7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7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7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3" name="Google Shape;743;p7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44" name="Google Shape;744;p7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45" name="Google Shape;745;p7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6" name="Google Shape;746;p7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7" name="Google Shape;747;p7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8" name="Google Shape;748;p7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9" name="Google Shape;749;p7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0" name="Google Shape;750;p7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1" name="Google Shape;751;p7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2" name="Google Shape;752;p7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3" name="Google Shape;753;p7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4" name="Google Shape;754;p7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55" name="Google Shape;755;p7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7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7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7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7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2" name="Google Shape;762;p7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63" name="Google Shape;763;p7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64" name="Google Shape;764;p7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5" name="Google Shape;765;p7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6" name="Google Shape;766;p7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7" name="Google Shape;767;p7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8" name="Google Shape;768;p7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9" name="Google Shape;769;p7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0" name="Google Shape;770;p7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1" name="Google Shape;771;p7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2" name="Google Shape;772;p7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3" name="Google Shape;773;p7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4" name="Google Shape;774;p7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6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7" name="Google Shape;777;p76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8" name="Google Shape;778;p76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9" name="Google Shape;779;p76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0" name="Google Shape;780;p76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1" name="Google Shape;781;p7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7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7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7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7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78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8" name="Google Shape;798;p78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9" name="Google Shape;799;p78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0" name="Google Shape;800;p78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801" name="Google Shape;801;p7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7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7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7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79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9" name="Google Shape;809;p79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0" name="Google Shape;810;p79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79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2" name="Google Shape;812;p7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7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8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8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8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8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20" name="Google Shape;820;p8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1" name="Google Shape;821;p8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2" name="Google Shape;822;p8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8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8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8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8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81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0" name="Google Shape;830;p81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1" name="Google Shape;831;p81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81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Google Shape;834;p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8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8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8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8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9" name="Google Shape;839;p8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0" name="Google Shape;840;p8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8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3" name="Google Shape;843;p83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4" name="Google Shape;844;p83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5" name="Google Shape;845;p83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846" name="Google Shape;846;p83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7" name="Google Shape;847;p83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8" name="Google Shape;848;p83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49" name="Google Shape;849;p83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50" name="Google Shape;850;p83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84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5" name="Google Shape;855;p84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6" name="Google Shape;856;p84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7" name="Google Shape;857;p84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8" name="Google Shape;858;p84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9" name="Google Shape;859;p84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0" name="Google Shape;860;p8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8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85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6" name="Google Shape;866;p85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7" name="Google Shape;867;p85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8" name="Google Shape;868;p85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9" name="Google Shape;869;p85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0" name="Google Shape;870;p85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1" name="Google Shape;871;p85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2" name="Google Shape;872;p8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8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5" name="Google Shape;875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86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8" name="Google Shape;878;p86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9" name="Google Shape;879;p86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0" name="Google Shape;880;p86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1" name="Google Shape;881;p86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2" name="Google Shape;882;p86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3" name="Google Shape;883;p86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4" name="Google Shape;884;p8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8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p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8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0" name="Google Shape;890;p8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1" name="Google Shape;891;p8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2" name="Google Shape;892;p8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3" name="Google Shape;893;p8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4" name="Google Shape;894;p8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5" name="Google Shape;895;p8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8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Google Shape;900;p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1" name="Google Shape;901;p89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902" name="Google Shape;902;p89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89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89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5" name="Google Shape;905;p89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6" name="Google Shape;906;p89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91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0" name="Google Shape;910;p91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1" name="Google Shape;911;p91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2" name="Google Shape;912;p91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9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6" name="Google Shape;916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92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8" name="Google Shape;918;p92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9" name="Google Shape;919;p92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0" name="Google Shape;920;p92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1" name="Google Shape;921;p92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2" name="Google Shape;922;p92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3" name="Google Shape;923;p92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 2"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9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26" name="Google Shape;926;p9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9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9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9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1" name="Google Shape;931;p9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2" name="Google Shape;932;p9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94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cxnSp>
        <p:nvCxnSpPr>
          <p:cNvPr id="934" name="Google Shape;934;p94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5" name="Google Shape;935;p94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cxnSp>
        <p:nvCxnSpPr>
          <p:cNvPr id="936" name="Google Shape;936;p94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7" name="Google Shape;937;p94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cxnSp>
        <p:nvCxnSpPr>
          <p:cNvPr id="938" name="Google Shape;938;p94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9" name="Google Shape;939;p94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cxnSp>
        <p:nvCxnSpPr>
          <p:cNvPr id="940" name="Google Shape;940;p94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41" name="Google Shape;941;p9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2" name="Google Shape;942;p9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3" name="Google Shape;943;p9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4" name="Google Shape;944;p9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5" name="Google Shape;945;p9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9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9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50" name="Google Shape;950;p95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51" name="Google Shape;951;p9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52" name="Google Shape;952;p95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95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5" name="Google Shape;955;p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9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8" name="Google Shape;958;p9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9" name="Google Shape;959;p9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0" name="Google Shape;960;p9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9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Google Shape;963;p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5" name="Google Shape;965;p97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966" name="Google Shape;966;p9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7" name="Google Shape;967;p9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8" name="Google Shape;968;p9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9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9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6">
    <p:bg>
      <p:bgPr>
        <a:solidFill>
          <a:schemeClr val="lt1"/>
        </a:solidFill>
        <a:effectLst/>
      </p:bgPr>
    </p:bg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Google Shape;972;p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4" name="Google Shape;974;p98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75" name="Google Shape;975;p98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6" name="Google Shape;976;p98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7" name="Google Shape;977;p98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8" name="Google Shape;978;p98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79" name="Google Shape;979;p9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0" name="Google Shape;980;p9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1" name="Google Shape;981;p9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2" name="Google Shape;982;p9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3" name="Google Shape;983;p9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4" name="Google Shape;984;p9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9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7" name="Google Shape;987;p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9" name="Google Shape;989;p99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90" name="Google Shape;990;p99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1" name="Google Shape;991;p99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2" name="Google Shape;992;p99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3" name="Google Shape;993;p99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94" name="Google Shape;994;p9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5" name="Google Shape;995;p9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6" name="Google Shape;996;p9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7" name="Google Shape;997;p9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8" name="Google Shape;998;p9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9" name="Google Shape;999;p9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9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2" name="Google Shape;1002;p1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4" name="Google Shape;1004;p100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05" name="Google Shape;1005;p100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6" name="Google Shape;1006;p100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7" name="Google Shape;1007;p100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8" name="Google Shape;1008;p100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09" name="Google Shape;1009;p10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0" name="Google Shape;1010;p10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1" name="Google Shape;1011;p10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2" name="Google Shape;1012;p10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3" name="Google Shape;1013;p10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4" name="Google Shape;1014;p10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15" name="Google Shape;1015;p100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16" name="Google Shape;1016;p1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1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9" name="Google Shape;1019;p1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1" name="Google Shape;1021;p101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22" name="Google Shape;1022;p101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3" name="Google Shape;1023;p101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4" name="Google Shape;1024;p101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5" name="Google Shape;1025;p101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26" name="Google Shape;1026;p10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7" name="Google Shape;1027;p10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8" name="Google Shape;1028;p10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9" name="Google Shape;1029;p10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30" name="Google Shape;1030;p10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1" name="Google Shape;1031;p10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32" name="Google Shape;1032;p101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33" name="Google Shape;1033;p10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10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Google Shape;1036;p1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8" name="Google Shape;1038;p102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39" name="Google Shape;1039;p102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0" name="Google Shape;1040;p102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1" name="Google Shape;1041;p102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2" name="Google Shape;1042;p102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43" name="Google Shape;1043;p10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4" name="Google Shape;1044;p10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5" name="Google Shape;1045;p10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6" name="Google Shape;1046;p10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7" name="Google Shape;1047;p10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8" name="Google Shape;1048;p10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49" name="Google Shape;1049;p102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50" name="Google Shape;1050;p10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10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Google Shape;1053;p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10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6" name="Google Shape;1056;p10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7" name="Google Shape;1057;p10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8" name="Google Shape;1058;p10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1059" name="Google Shape;1059;p103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060" name="Google Shape;1060;p10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1" name="Google Shape;1061;p10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2" name="Google Shape;1062;p10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63" name="Google Shape;1063;p10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4" name="Google Shape;1064;p10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5" name="Google Shape;1065;p10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6" name="Google Shape;1066;p10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7" name="Google Shape;1067;p10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8" name="Google Shape;1068;p10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10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1" name="Google Shape;1071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10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10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5" name="Google Shape;1075;p10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10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8" name="Google Shape;1078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10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105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1" name="Google Shape;1081;p105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3" name="Google Shape;1083;p1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10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5" name="Google Shape;1085;p10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10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8" name="Google Shape;1088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107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1" name="Google Shape;1091;p107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2" name="Google Shape;1092;p107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3" name="Google Shape;1093;p10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107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6" name="Google Shape;1096;p1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108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99" name="Google Shape;1099;p108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0" name="Google Shape;1100;p108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1" name="Google Shape;1101;p10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10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4" name="Google Shape;1104;p1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109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7" name="Google Shape;1107;p109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8" name="Google Shape;1108;p109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09" name="Google Shape;1109;p10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10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2" name="Google Shape;1112;p1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p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110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5" name="Google Shape;1115;p110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6" name="Google Shape;1116;p110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7" name="Google Shape;1117;p1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1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0" name="Google Shape;1120;p1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11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3" name="Google Shape;1123;p11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4" name="Google Shape;1124;p11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5" name="Google Shape;1125;p1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1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8" name="Google Shape;1128;p1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29" name="Google Shape;1129;p11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11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11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32" name="Google Shape;1132;p11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3" name="Google Shape;1133;p11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4" name="Google Shape;1134;p11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1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11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7" name="Google Shape;1137;p11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8" name="Google Shape;1138;p112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112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p1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113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11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44" name="Google Shape;1144;p11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5" name="Google Shape;1145;p11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6" name="Google Shape;1146;p11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1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11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9" name="Google Shape;1149;p11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0" name="Google Shape;1150;p113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113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11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11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5" name="Google Shape;1155;p1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6" name="Google Shape;1156;p114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57" name="Google Shape;1157;p1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58" name="Google Shape;1158;p1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59" name="Google Shape;1159;p1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0" name="Google Shape;1160;p1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1" name="Google Shape;1161;p1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2" name="Google Shape;1162;p1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1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5" name="Google Shape;1165;p1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115" descr="Câmera fotográfica preta&#10;&#10;Descrição gerada automaticamente"/>
          <p:cNvSpPr/>
          <p:nvPr/>
        </p:nvSpPr>
        <p:spPr>
          <a:xfrm>
            <a:off x="428798" y="386760"/>
            <a:ext cx="3243300" cy="3243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67" name="Google Shape;1167;p1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68" name="Google Shape;1168;p1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9" name="Google Shape;1169;p1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0" name="Google Shape;1170;p1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1" name="Google Shape;1171;p1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2" name="Google Shape;1172;p1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115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5" name="Google Shape;1175;p1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1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7" name="Google Shape;1177;p1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1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9" name="Google Shape;1179;p1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80" name="Google Shape;1180;p1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1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11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4" name="Google Shape;1184;p117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5" name="Google Shape;1185;p117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11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 1">
  <p:cSld name="2_Atividade_Resposta"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119"/>
          <p:cNvSpPr/>
          <p:nvPr/>
        </p:nvSpPr>
        <p:spPr>
          <a:xfrm>
            <a:off x="2883290" y="2029006"/>
            <a:ext cx="4047000" cy="3766948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0" name="Google Shape;1190;p119"/>
          <p:cNvSpPr/>
          <p:nvPr/>
        </p:nvSpPr>
        <p:spPr>
          <a:xfrm>
            <a:off x="7220006" y="2029005"/>
            <a:ext cx="4544214" cy="3766949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1" name="Google Shape;1191;p119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119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119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4" name="Google Shape;1194;p119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5" name="Google Shape;1195;p119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6" name="Google Shape;1196;p119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7" name="Google Shape;1197;p119"/>
          <p:cNvSpPr txBox="1"/>
          <p:nvPr/>
        </p:nvSpPr>
        <p:spPr>
          <a:xfrm>
            <a:off x="3305837" y="61510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9" name="Google Shape;1199;p119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00" name="Google Shape;1200;p1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p119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2" name="Google Shape;1202;p119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11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11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A2C4BB5-2AA8-970F-8EF5-9B198B32386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02047" y="5998255"/>
            <a:ext cx="363559" cy="4362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1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18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18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18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6" name="Google Shape;1816;p18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7" name="Google Shape;1817;p18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81" cy="114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choca">
  <p:cSld name="CUSTOM">
    <p:spTree>
      <p:nvGrpSpPr>
        <p:cNvPr id="1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9" name="Google Shape;1819;p18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20" name="Google Shape;1820;p182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82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182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182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182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5" name="Google Shape;1825;p182"/>
          <p:cNvGrpSpPr/>
          <p:nvPr/>
        </p:nvGrpSpPr>
        <p:grpSpPr>
          <a:xfrm>
            <a:off x="587322" y="1618499"/>
            <a:ext cx="11456514" cy="4435193"/>
            <a:chOff x="880938" y="2427625"/>
            <a:chExt cx="17183911" cy="6652457"/>
          </a:xfrm>
        </p:grpSpPr>
        <p:sp>
          <p:nvSpPr>
            <p:cNvPr id="1826" name="Google Shape;1826;p182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182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182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182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182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182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182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182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182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182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182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182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182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182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182"/>
            <p:cNvSpPr/>
            <p:nvPr/>
          </p:nvSpPr>
          <p:spPr>
            <a:xfrm rot="-9744530">
              <a:off x="17708869" y="4757143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1" name="Google Shape;1841;p182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2" name="Google Shape;1842;p182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3" name="Google Shape;1843;p182"/>
          <p:cNvCxnSpPr>
            <a:stCxn id="1842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4" name="Google Shape;1844;p182"/>
          <p:cNvCxnSpPr>
            <a:endCxn id="1823" idx="1"/>
          </p:cNvCxnSpPr>
          <p:nvPr/>
        </p:nvCxnSpPr>
        <p:spPr>
          <a:xfrm rot="10800000" flipH="1">
            <a:off x="7013652" y="5998827"/>
            <a:ext cx="1116000" cy="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5" name="Google Shape;1845;p182"/>
          <p:cNvSpPr/>
          <p:nvPr/>
        </p:nvSpPr>
        <p:spPr>
          <a:xfrm>
            <a:off x="5860040" y="62685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6" name="Google Shape;1846;p182"/>
          <p:cNvCxnSpPr>
            <a:stCxn id="1845" idx="4"/>
            <a:endCxn id="1821" idx="7"/>
          </p:cNvCxnSpPr>
          <p:nvPr/>
        </p:nvCxnSpPr>
        <p:spPr>
          <a:xfrm flipH="1">
            <a:off x="6117590" y="1162952"/>
            <a:ext cx="10500" cy="54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7" name="Google Shape;1847;p182"/>
          <p:cNvSpPr/>
          <p:nvPr/>
        </p:nvSpPr>
        <p:spPr>
          <a:xfrm>
            <a:off x="8025148" y="168813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8" name="Google Shape;1848;p182"/>
          <p:cNvCxnSpPr>
            <a:stCxn id="1847" idx="3"/>
            <a:endCxn id="1822" idx="5"/>
          </p:cNvCxnSpPr>
          <p:nvPr/>
        </p:nvCxnSpPr>
        <p:spPr>
          <a:xfrm flipH="1">
            <a:off x="7634758" y="2145722"/>
            <a:ext cx="468900" cy="34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9" name="Google Shape;1849;p182"/>
          <p:cNvSpPr txBox="1"/>
          <p:nvPr/>
        </p:nvSpPr>
        <p:spPr>
          <a:xfrm>
            <a:off x="772402" y="3726604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0" name="Google Shape;1850;p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744266">
            <a:off x="2787582" y="2677006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3" name="Google Shape;1853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4" name="Google Shape;1854;p182"/>
          <p:cNvSpPr/>
          <p:nvPr/>
        </p:nvSpPr>
        <p:spPr>
          <a:xfrm>
            <a:off x="10174052" y="3851166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5" name="Google Shape;1855;p182"/>
          <p:cNvCxnSpPr>
            <a:stCxn id="1854" idx="2"/>
          </p:cNvCxnSpPr>
          <p:nvPr/>
        </p:nvCxnSpPr>
        <p:spPr>
          <a:xfrm flipH="1">
            <a:off x="9579752" y="4119216"/>
            <a:ext cx="594300" cy="1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56" name="Google Shape;1856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032072" y="371060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7" name="Google Shape;1857;p182"/>
          <p:cNvSpPr txBox="1"/>
          <p:nvPr/>
        </p:nvSpPr>
        <p:spPr>
          <a:xfrm>
            <a:off x="772403" y="3963595"/>
            <a:ext cx="2832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Tema da semana 1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8" name="Google Shape;1858;p182"/>
          <p:cNvSpPr txBox="1"/>
          <p:nvPr/>
        </p:nvSpPr>
        <p:spPr>
          <a:xfrm>
            <a:off x="4258768" y="5830396"/>
            <a:ext cx="2247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4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9" name="Google Shape;1859;p182"/>
          <p:cNvSpPr txBox="1"/>
          <p:nvPr/>
        </p:nvSpPr>
        <p:spPr>
          <a:xfrm>
            <a:off x="6510730" y="504694"/>
            <a:ext cx="372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2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0" name="Google Shape;1860;p182"/>
          <p:cNvSpPr txBox="1"/>
          <p:nvPr/>
        </p:nvSpPr>
        <p:spPr>
          <a:xfrm>
            <a:off x="8673545" y="1652519"/>
            <a:ext cx="2756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3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1" name="Google Shape;1861;p182"/>
          <p:cNvSpPr txBox="1"/>
          <p:nvPr/>
        </p:nvSpPr>
        <p:spPr>
          <a:xfrm>
            <a:off x="9949275" y="4530800"/>
            <a:ext cx="2197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5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2" name="Google Shape;1862;p182"/>
          <p:cNvSpPr/>
          <p:nvPr/>
        </p:nvSpPr>
        <p:spPr>
          <a:xfrm>
            <a:off x="6649008" y="5735630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p182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182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 da unidade curricular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182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182"/>
          <p:cNvSpPr txBox="1"/>
          <p:nvPr/>
        </p:nvSpPr>
        <p:spPr>
          <a:xfrm>
            <a:off x="2160045" y="891153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X   Componente Y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8" name="Google Shape;1868;p18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9" name="Google Shape;1869;p183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870" name="Google Shape;1870;p18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1" name="Google Shape;1871;p18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2" name="Google Shape;1872;p18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3" name="Google Shape;1873;p18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4" name="Google Shape;1874;p183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875" name="Google Shape;1875;p183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183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77" name="Google Shape;1877;p18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4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8" name="Google Shape;1878;p183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879" name="Google Shape;1879;p183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183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183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18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884" name="Google Shape;1884;p18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6" name="Google Shape;1886;p185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7" name="Google Shape;1887;p185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8" name="Google Shape;1888;p185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9" name="Google Shape;1889;p185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0" name="Google Shape;1890;p185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1" name="Google Shape;1891;p185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2" name="Google Shape;1892;p18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185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p18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5" name="Google Shape;1895;p18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6" name="Google Shape;1896;p185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7" name="Google Shape;1897;p18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898" name="Google Shape;1898;p185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899" name="Google Shape;1899;p18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0" name="Google Shape;1900;p18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1" name="Google Shape;1901;p18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2" name="Google Shape;1902;p1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3" name="Google Shape;1903;p18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4" name="Google Shape;1904;p185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185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6" name="Google Shape;1906;p185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907" name="Google Shape;1907;p18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908" name="Google Shape;1908;p18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9" name="Google Shape;1909;p18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10" name="Google Shape;1910;p18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18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2" name="Google Shape;1912;p185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3" name="Google Shape;1913;p185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4" name="Google Shape;1914;p18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15" name="Google Shape;1915;p185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6" name="Google Shape;1916;p185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917" name="Google Shape;1917;p18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8" name="Google Shape;1918;p18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919" name="Google Shape;1919;p18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18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18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18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18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4" name="Google Shape;1924;p18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5" name="Google Shape;1925;p185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185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7" name="Google Shape;1927;p185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928" name="Google Shape;1928;p18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929" name="Google Shape;1929;p18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18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1" name="Google Shape;1931;p18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2" name="Google Shape;1932;p18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18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5" name="Google Shape;1935;p1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36" name="Google Shape;1936;p18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18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18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p186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0" name="Google Shape;1940;p186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1" name="Google Shape;1941;p186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p186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4" name="Google Shape;1944;p1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5" name="Google Shape;1945;p18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18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18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8" name="Google Shape;1948;p187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9" name="Google Shape;1949;p187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p18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188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3" name="Google Shape;1953;p188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4" name="Google Shape;1954;p188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5" name="Google Shape;1955;p188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6" name="Google Shape;1956;p188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7" name="Google Shape;1957;p18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18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0" name="Google Shape;1960;p1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1" name="Google Shape;1961;p18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18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18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189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5" name="Google Shape;1965;p189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6" name="Google Shape;1966;p18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p18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9" name="Google Shape;1969;p1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0" name="Google Shape;1970;p19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19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19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p19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974" name="Google Shape;1974;p19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5" name="Google Shape;1975;p19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6" name="Google Shape;1976;p19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p19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9" name="Google Shape;1979;p1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80" name="Google Shape;1980;p19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19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19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191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4" name="Google Shape;1984;p191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5" name="Google Shape;1985;p191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6" name="Google Shape;1986;p191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7" name="Google Shape;1987;p19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19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0" name="Google Shape;1990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91" name="Google Shape;1991;p19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19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19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4" name="Google Shape;1994;p19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5" name="Google Shape;1995;p19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6" name="Google Shape;1996;p19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7" name="Google Shape;1997;p19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998" name="Google Shape;1998;p19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9" name="Google Shape;1999;p19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1" name="Google Shape;2001;p1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02" name="Google Shape;2002;p19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19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19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p193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6" name="Google Shape;2006;p193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7" name="Google Shape;2007;p19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8" name="Google Shape;2008;p19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0" name="Google Shape;2010;p1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1" name="Google Shape;2011;p19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19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19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4" name="Google Shape;2014;p19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015" name="Google Shape;2015;p19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016" name="Google Shape;2016;p19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7" name="Google Shape;2017;p19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8" name="Google Shape;2018;p19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9" name="Google Shape;2019;p19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0" name="Google Shape;2020;p19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1" name="Google Shape;2021;p19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2" name="Google Shape;2022;p19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3" name="Google Shape;2023;p19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4" name="Google Shape;2024;p19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5" name="Google Shape;2025;p19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26" name="Google Shape;2026;p19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19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9" name="Google Shape;2029;p1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0" name="Google Shape;2030;p1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1" name="Google Shape;2031;p195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2" name="Google Shape;2032;p19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19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"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196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6" name="Google Shape;2036;p196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7" name="Google Shape;2037;p196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8" name="Google Shape;2038;p196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4_Atividade_Resposta">
    <p:spTree>
      <p:nvGrpSpPr>
        <p:cNvPr id="1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0" name="Google Shape;2040;p1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1" name="Google Shape;2041;p1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2" name="Google Shape;2042;p197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3" name="Google Shape;2043;p197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4" name="Google Shape;2044;p197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5" name="Google Shape;2045;p197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6" name="Google Shape;2046;p197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7" name="Google Shape;2047;p197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8" name="Google Shape;2048;p19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9" name="Google Shape;2049;p197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Google Shape;2051;p1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2" name="Google Shape;2052;p1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3" name="Google Shape;2053;p19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4" name="Google Shape;2054;p19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5" name="Google Shape;2055;p19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6" name="Google Shape;2056;p19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7" name="Google Shape;2057;p19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8" name="Google Shape;2058;p19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9" name="Google Shape;2059;p19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0" name="Google Shape;2060;p198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2" name="Google Shape;2062;p1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3" name="Google Shape;2063;p1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4" name="Google Shape;2064;p199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5" name="Google Shape;2065;p199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6" name="Google Shape;2066;p199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067" name="Google Shape;2067;p19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8" name="Google Shape;2068;p199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3_1. Desenvolvimento">
    <p:spTree>
      <p:nvGrpSpPr>
        <p:cNvPr id="1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0" name="Google Shape;2070;p2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1" name="Google Shape;2071;p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2" name="Google Shape;2072;p200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2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4" name="Google Shape;2074;p2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Quadro"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6" name="Google Shape;2076;p2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077" name="Google Shape;2077;p201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78" name="Google Shape;2078;p20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9" name="Google Shape;2079;p201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1" name="Google Shape;2081;p2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2" name="Google Shape;2082;p202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2083" name="Google Shape;2083;p20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20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20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6" name="Google Shape;2086;p202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7" name="Google Shape;2087;p202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9" name="Google Shape;2089;p2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0" name="Google Shape;2090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1" name="Google Shape;2091;p20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2" name="Google Shape;2092;p20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3" name="Google Shape;2093;p20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4" name="Google Shape;2094;p20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5" name="Google Shape;2095;p203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1_3. Conteudo">
    <p:bg>
      <p:bgPr>
        <a:solidFill>
          <a:srgbClr val="28566E"/>
        </a:solidFill>
        <a:effectLst/>
      </p:bgPr>
    </p:bg>
    <p:spTree>
      <p:nvGrpSpPr>
        <p:cNvPr id="1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" name="Google Shape;2097;p2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8" name="Google Shape;2098;p20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9" name="Google Shape;2099;p20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0" name="Google Shape;2100;p20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1" name="Google Shape;2101;p20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2" name="Google Shape;2102;p20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3" name="Google Shape;2103;p20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4" name="Google Shape;2104;p20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5" name="Google Shape;2105;p20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6" name="Google Shape;2106;p20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7" name="Google Shape;2107;p20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8" name="Google Shape;2108;p204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0" name="Google Shape;2110;p2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1" name="Google Shape;2111;p20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12" name="Google Shape;2112;p20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3" name="Google Shape;2113;p20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4" name="Google Shape;2114;p20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5" name="Google Shape;2115;p20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6" name="Google Shape;2116;p20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7" name="Google Shape;2117;p205"/>
          <p:cNvSpPr txBox="1"/>
          <p:nvPr/>
        </p:nvSpPr>
        <p:spPr>
          <a:xfrm>
            <a:off x="5767754" y="-75027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20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9" name="Google Shape;2119;p205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4. Exposição">
    <p:spTree>
      <p:nvGrpSpPr>
        <p:cNvPr id="1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1" name="Google Shape;2121;p2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22" name="Google Shape;2122;p20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3" name="Google Shape;2123;p20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4" name="Google Shape;2124;p20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125" name="Google Shape;2125;p20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6" name="Google Shape;2126;p206"/>
          <p:cNvSpPr/>
          <p:nvPr/>
        </p:nvSpPr>
        <p:spPr>
          <a:xfrm>
            <a:off x="229449" y="3216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7" name="Google Shape;2127;p206"/>
          <p:cNvSpPr txBox="1"/>
          <p:nvPr/>
        </p:nvSpPr>
        <p:spPr>
          <a:xfrm>
            <a:off x="495695" y="757428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9" name="Google Shape;2129;p2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0" name="Google Shape;2130;p2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131" name="Google Shape;2131;p207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2" name="Google Shape;2132;p207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3" name="Google Shape;2133;p207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4" name="Google Shape;2134;p20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5" name="Google Shape;2135;p20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7" name="Google Shape;2137;p2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8" name="Google Shape;2138;p2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9" name="Google Shape;2139;p208"/>
          <p:cNvSpPr txBox="1">
            <a:spLocks noGrp="1"/>
          </p:cNvSpPr>
          <p:nvPr>
            <p:ph type="body" idx="1"/>
          </p:nvPr>
        </p:nvSpPr>
        <p:spPr>
          <a:xfrm>
            <a:off x="3806396" y="2036189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0" name="Google Shape;2140;p208"/>
          <p:cNvSpPr txBox="1">
            <a:spLocks noGrp="1"/>
          </p:cNvSpPr>
          <p:nvPr>
            <p:ph type="body" idx="2"/>
          </p:nvPr>
        </p:nvSpPr>
        <p:spPr>
          <a:xfrm>
            <a:off x="3806396" y="3363540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1" name="Google Shape;2141;p208"/>
          <p:cNvSpPr txBox="1">
            <a:spLocks noGrp="1"/>
          </p:cNvSpPr>
          <p:nvPr>
            <p:ph type="body" idx="3"/>
          </p:nvPr>
        </p:nvSpPr>
        <p:spPr>
          <a:xfrm>
            <a:off x="8183525" y="4696970"/>
            <a:ext cx="3291600" cy="2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2" name="Google Shape;2142;p208"/>
          <p:cNvSpPr txBox="1">
            <a:spLocks noGrp="1"/>
          </p:cNvSpPr>
          <p:nvPr>
            <p:ph type="body" idx="4"/>
          </p:nvPr>
        </p:nvSpPr>
        <p:spPr>
          <a:xfrm>
            <a:off x="3806396" y="4676237"/>
            <a:ext cx="3276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3" name="Google Shape;2143;p208"/>
          <p:cNvSpPr txBox="1">
            <a:spLocks noGrp="1"/>
          </p:cNvSpPr>
          <p:nvPr>
            <p:ph type="body" idx="5"/>
          </p:nvPr>
        </p:nvSpPr>
        <p:spPr>
          <a:xfrm>
            <a:off x="8183525" y="2036512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4" name="Google Shape;2144;p208"/>
          <p:cNvSpPr txBox="1">
            <a:spLocks noGrp="1"/>
          </p:cNvSpPr>
          <p:nvPr>
            <p:ph type="body" idx="6"/>
          </p:nvPr>
        </p:nvSpPr>
        <p:spPr>
          <a:xfrm>
            <a:off x="8183525" y="3363864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5" name="Google Shape;2145;p208"/>
          <p:cNvSpPr txBox="1">
            <a:spLocks noGrp="1"/>
          </p:cNvSpPr>
          <p:nvPr>
            <p:ph type="body" idx="7"/>
          </p:nvPr>
        </p:nvSpPr>
        <p:spPr>
          <a:xfrm>
            <a:off x="2825335" y="912661"/>
            <a:ext cx="62469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6" name="Google Shape;2146;p208"/>
          <p:cNvSpPr txBox="1">
            <a:spLocks noGrp="1"/>
          </p:cNvSpPr>
          <p:nvPr>
            <p:ph type="body" idx="8"/>
          </p:nvPr>
        </p:nvSpPr>
        <p:spPr>
          <a:xfrm>
            <a:off x="3806397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7" name="Google Shape;2147;p208"/>
          <p:cNvSpPr txBox="1">
            <a:spLocks noGrp="1"/>
          </p:cNvSpPr>
          <p:nvPr>
            <p:ph type="body" idx="9"/>
          </p:nvPr>
        </p:nvSpPr>
        <p:spPr>
          <a:xfrm>
            <a:off x="3806397" y="3725169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8" name="Google Shape;2148;p208"/>
          <p:cNvSpPr txBox="1">
            <a:spLocks noGrp="1"/>
          </p:cNvSpPr>
          <p:nvPr>
            <p:ph type="body" idx="13"/>
          </p:nvPr>
        </p:nvSpPr>
        <p:spPr>
          <a:xfrm>
            <a:off x="3806397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9" name="Google Shape;2149;p208"/>
          <p:cNvSpPr txBox="1">
            <a:spLocks noGrp="1"/>
          </p:cNvSpPr>
          <p:nvPr>
            <p:ph type="body" idx="14"/>
          </p:nvPr>
        </p:nvSpPr>
        <p:spPr>
          <a:xfrm>
            <a:off x="8183525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0" name="Google Shape;2150;p208"/>
          <p:cNvSpPr txBox="1">
            <a:spLocks noGrp="1"/>
          </p:cNvSpPr>
          <p:nvPr>
            <p:ph type="body" idx="15"/>
          </p:nvPr>
        </p:nvSpPr>
        <p:spPr>
          <a:xfrm>
            <a:off x="8183525" y="3680360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1" name="Google Shape;2151;p208"/>
          <p:cNvSpPr txBox="1">
            <a:spLocks noGrp="1"/>
          </p:cNvSpPr>
          <p:nvPr>
            <p:ph type="body" idx="16"/>
          </p:nvPr>
        </p:nvSpPr>
        <p:spPr>
          <a:xfrm>
            <a:off x="8183525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2" name="Google Shape;2152;p208"/>
          <p:cNvSpPr txBox="1">
            <a:spLocks noGrp="1"/>
          </p:cNvSpPr>
          <p:nvPr>
            <p:ph type="body" idx="17"/>
          </p:nvPr>
        </p:nvSpPr>
        <p:spPr>
          <a:xfrm>
            <a:off x="2023316" y="2365587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3" name="Google Shape;2153;p208"/>
          <p:cNvSpPr txBox="1">
            <a:spLocks noGrp="1"/>
          </p:cNvSpPr>
          <p:nvPr>
            <p:ph type="body" idx="18"/>
          </p:nvPr>
        </p:nvSpPr>
        <p:spPr>
          <a:xfrm>
            <a:off x="2023316" y="3699769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4" name="Google Shape;2154;p208"/>
          <p:cNvSpPr txBox="1">
            <a:spLocks noGrp="1"/>
          </p:cNvSpPr>
          <p:nvPr>
            <p:ph type="body" idx="19"/>
          </p:nvPr>
        </p:nvSpPr>
        <p:spPr>
          <a:xfrm>
            <a:off x="2023316" y="4998823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5" name="Google Shape;2155;p208"/>
          <p:cNvSpPr txBox="1">
            <a:spLocks noGrp="1"/>
          </p:cNvSpPr>
          <p:nvPr>
            <p:ph type="body" idx="20"/>
          </p:nvPr>
        </p:nvSpPr>
        <p:spPr>
          <a:xfrm>
            <a:off x="7660284" y="2370667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6" name="Google Shape;2156;p208"/>
          <p:cNvSpPr txBox="1">
            <a:spLocks noGrp="1"/>
          </p:cNvSpPr>
          <p:nvPr>
            <p:ph type="body" idx="21"/>
          </p:nvPr>
        </p:nvSpPr>
        <p:spPr>
          <a:xfrm>
            <a:off x="7660284" y="3660040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7" name="Google Shape;2157;p208"/>
          <p:cNvSpPr txBox="1">
            <a:spLocks noGrp="1"/>
          </p:cNvSpPr>
          <p:nvPr>
            <p:ph type="body" idx="22"/>
          </p:nvPr>
        </p:nvSpPr>
        <p:spPr>
          <a:xfrm>
            <a:off x="7660284" y="5003903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8" name="Google Shape;2158;p20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9" name="Google Shape;2159;p208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1" name="Google Shape;2161;p2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2" name="Google Shape;2162;p2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63" name="Google Shape;2163;p209"/>
          <p:cNvSpPr txBox="1">
            <a:spLocks noGrp="1"/>
          </p:cNvSpPr>
          <p:nvPr>
            <p:ph type="body" idx="1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4" name="Google Shape;2164;p209"/>
          <p:cNvSpPr txBox="1">
            <a:spLocks noGrp="1"/>
          </p:cNvSpPr>
          <p:nvPr>
            <p:ph type="body" idx="2"/>
          </p:nvPr>
        </p:nvSpPr>
        <p:spPr>
          <a:xfrm>
            <a:off x="3562371" y="1936680"/>
            <a:ext cx="32796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5" name="Google Shape;2165;p209"/>
          <p:cNvSpPr txBox="1">
            <a:spLocks noGrp="1"/>
          </p:cNvSpPr>
          <p:nvPr>
            <p:ph type="body" idx="3"/>
          </p:nvPr>
        </p:nvSpPr>
        <p:spPr>
          <a:xfrm>
            <a:off x="3562371" y="245443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6" name="Google Shape;2166;p209"/>
          <p:cNvSpPr txBox="1">
            <a:spLocks noGrp="1"/>
          </p:cNvSpPr>
          <p:nvPr>
            <p:ph type="body" idx="4"/>
          </p:nvPr>
        </p:nvSpPr>
        <p:spPr>
          <a:xfrm>
            <a:off x="3562371" y="3351392"/>
            <a:ext cx="3279600" cy="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7" name="Google Shape;2167;p209"/>
          <p:cNvSpPr txBox="1">
            <a:spLocks noGrp="1"/>
          </p:cNvSpPr>
          <p:nvPr>
            <p:ph type="body" idx="5"/>
          </p:nvPr>
        </p:nvSpPr>
        <p:spPr>
          <a:xfrm>
            <a:off x="3580631" y="3950371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8" name="Google Shape;2168;p209"/>
          <p:cNvSpPr txBox="1">
            <a:spLocks noGrp="1"/>
          </p:cNvSpPr>
          <p:nvPr>
            <p:ph type="body" idx="6"/>
          </p:nvPr>
        </p:nvSpPr>
        <p:spPr>
          <a:xfrm>
            <a:off x="3580630" y="4736672"/>
            <a:ext cx="32613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9" name="Google Shape;2169;p209"/>
          <p:cNvSpPr txBox="1">
            <a:spLocks noGrp="1"/>
          </p:cNvSpPr>
          <p:nvPr>
            <p:ph type="body" idx="7"/>
          </p:nvPr>
        </p:nvSpPr>
        <p:spPr>
          <a:xfrm>
            <a:off x="3580630" y="522157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0" name="Google Shape;2170;p209"/>
          <p:cNvSpPr txBox="1">
            <a:spLocks noGrp="1"/>
          </p:cNvSpPr>
          <p:nvPr>
            <p:ph type="body" idx="8"/>
          </p:nvPr>
        </p:nvSpPr>
        <p:spPr>
          <a:xfrm>
            <a:off x="8011121" y="1942710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1" name="Google Shape;2171;p209"/>
          <p:cNvSpPr txBox="1">
            <a:spLocks noGrp="1"/>
          </p:cNvSpPr>
          <p:nvPr>
            <p:ph type="body" idx="9"/>
          </p:nvPr>
        </p:nvSpPr>
        <p:spPr>
          <a:xfrm>
            <a:off x="8011122" y="2454431"/>
            <a:ext cx="32421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2" name="Google Shape;2172;p209"/>
          <p:cNvSpPr txBox="1">
            <a:spLocks noGrp="1"/>
          </p:cNvSpPr>
          <p:nvPr>
            <p:ph type="body" idx="13"/>
          </p:nvPr>
        </p:nvSpPr>
        <p:spPr>
          <a:xfrm>
            <a:off x="8011121" y="3345736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3" name="Google Shape;2173;p209"/>
          <p:cNvSpPr txBox="1">
            <a:spLocks noGrp="1"/>
          </p:cNvSpPr>
          <p:nvPr>
            <p:ph type="body" idx="14"/>
          </p:nvPr>
        </p:nvSpPr>
        <p:spPr>
          <a:xfrm>
            <a:off x="8011122" y="3950370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4" name="Google Shape;2174;p209"/>
          <p:cNvSpPr txBox="1">
            <a:spLocks noGrp="1"/>
          </p:cNvSpPr>
          <p:nvPr>
            <p:ph type="body" idx="15"/>
          </p:nvPr>
        </p:nvSpPr>
        <p:spPr>
          <a:xfrm>
            <a:off x="8011121" y="4728892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5" name="Google Shape;2175;p209"/>
          <p:cNvSpPr txBox="1">
            <a:spLocks noGrp="1"/>
          </p:cNvSpPr>
          <p:nvPr>
            <p:ph type="body" idx="16"/>
          </p:nvPr>
        </p:nvSpPr>
        <p:spPr>
          <a:xfrm>
            <a:off x="8011122" y="5222647"/>
            <a:ext cx="32421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6" name="Google Shape;2176;p20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7" name="Google Shape;2177;p209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9" name="Google Shape;2179;p2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0" name="Google Shape;2180;p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1" name="Google Shape;2181;p210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2" name="Google Shape;2182;p210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3" name="Google Shape;2183;p210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84" name="Google Shape;2184;p2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5" name="Google Shape;2185;p2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7" name="Google Shape;2187;p2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8" name="Google Shape;2188;p2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9" name="Google Shape;2189;p211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0" name="Google Shape;2190;p211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91" name="Google Shape;2191;p2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2" name="Google Shape;2192;p2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4" name="Google Shape;2194;p2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195" name="Google Shape;2195;p21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6" name="Google Shape;2196;p212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97" name="Google Shape;2197;p212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9" name="Google Shape;2199;p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0" name="Google Shape;2200;p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01" name="Google Shape;2201;p21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2" name="Google Shape;2202;p21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3" name="Google Shape;2203;p21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4" name="Google Shape;2204;p21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5" name="Google Shape;2205;p213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7" name="Google Shape;2207;p2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08" name="Google Shape;2208;p21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9" name="Google Shape;2209;p2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2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1" name="Google Shape;2211;p2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2" name="Google Shape;2212;p2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3" name="Google Shape;2213;p21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21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5" name="Google Shape;2215;p2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6" name="Google Shape;2216;p2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7" name="Google Shape;2217;p21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8" name="Google Shape;2218;p2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0" name="Google Shape;2220;p2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1" name="Google Shape;2221;p21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22" name="Google Shape;2222;p2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3" name="Google Shape;2223;p2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4" name="Google Shape;2224;p2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5" name="Google Shape;2225;p2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6" name="Google Shape;2226;p2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27" name="Google Shape;2227;p2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8" name="Google Shape;2228;p215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0" name="Google Shape;2230;p2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31" name="Google Shape;2231;p2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2" name="Google Shape;2232;p2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3" name="Google Shape;2233;p2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4" name="Google Shape;2234;p2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5" name="Google Shape;2235;p2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6" name="Google Shape;2236;p2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2">
  <p:cSld name="3_Atividade_seminario2"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8" name="Google Shape;2238;p2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9" name="Google Shape;2239;p2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0" name="Google Shape;2240;p217"/>
          <p:cNvSpPr txBox="1">
            <a:spLocks noGrp="1"/>
          </p:cNvSpPr>
          <p:nvPr>
            <p:ph type="body" idx="1"/>
          </p:nvPr>
        </p:nvSpPr>
        <p:spPr>
          <a:xfrm>
            <a:off x="5327897" y="131009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1" name="Google Shape;2241;p217"/>
          <p:cNvSpPr txBox="1">
            <a:spLocks noGrp="1"/>
          </p:cNvSpPr>
          <p:nvPr>
            <p:ph type="body" idx="2"/>
          </p:nvPr>
        </p:nvSpPr>
        <p:spPr>
          <a:xfrm>
            <a:off x="5327897" y="271436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2" name="Google Shape;2242;p217"/>
          <p:cNvSpPr txBox="1">
            <a:spLocks noGrp="1"/>
          </p:cNvSpPr>
          <p:nvPr>
            <p:ph type="body" idx="3"/>
          </p:nvPr>
        </p:nvSpPr>
        <p:spPr>
          <a:xfrm>
            <a:off x="5327897" y="415273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3" name="Google Shape;2243;p217"/>
          <p:cNvSpPr txBox="1">
            <a:spLocks noGrp="1"/>
          </p:cNvSpPr>
          <p:nvPr>
            <p:ph type="body" idx="4"/>
          </p:nvPr>
        </p:nvSpPr>
        <p:spPr>
          <a:xfrm>
            <a:off x="5327897" y="555700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4" name="Google Shape;2244;p217"/>
          <p:cNvSpPr txBox="1">
            <a:spLocks noGrp="1"/>
          </p:cNvSpPr>
          <p:nvPr>
            <p:ph type="body" idx="5"/>
          </p:nvPr>
        </p:nvSpPr>
        <p:spPr>
          <a:xfrm>
            <a:off x="526578" y="3658093"/>
            <a:ext cx="2403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5" name="Google Shape;2245;p217"/>
          <p:cNvSpPr txBox="1">
            <a:spLocks noGrp="1"/>
          </p:cNvSpPr>
          <p:nvPr>
            <p:ph type="body" idx="6"/>
          </p:nvPr>
        </p:nvSpPr>
        <p:spPr>
          <a:xfrm>
            <a:off x="854491" y="4775003"/>
            <a:ext cx="173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6" name="Google Shape;2246;p217"/>
          <p:cNvSpPr txBox="1">
            <a:spLocks noGrp="1"/>
          </p:cNvSpPr>
          <p:nvPr>
            <p:ph type="body" idx="7"/>
          </p:nvPr>
        </p:nvSpPr>
        <p:spPr>
          <a:xfrm>
            <a:off x="882213" y="5217603"/>
            <a:ext cx="1705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7" name="Google Shape;2247;p21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8" name="Google Shape;2248;p21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477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50" name="Google Shape;2250;p218"/>
          <p:cNvCxnSpPr/>
          <p:nvPr/>
        </p:nvCxnSpPr>
        <p:spPr>
          <a:xfrm>
            <a:off x="4826925" y="514807"/>
            <a:ext cx="0" cy="634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2251" name="Google Shape;2251;p218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2" name="Google Shape;2252;p218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3" name="Google Shape;2253;p218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4" name="Google Shape;2254;p218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5" name="Google Shape;2255;p218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6" name="Google Shape;2256;p218"/>
          <p:cNvSpPr/>
          <p:nvPr/>
        </p:nvSpPr>
        <p:spPr>
          <a:xfrm>
            <a:off x="4526924" y="710099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218"/>
          <p:cNvSpPr/>
          <p:nvPr/>
        </p:nvSpPr>
        <p:spPr>
          <a:xfrm>
            <a:off x="4526925" y="2089345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218"/>
          <p:cNvSpPr/>
          <p:nvPr/>
        </p:nvSpPr>
        <p:spPr>
          <a:xfrm>
            <a:off x="4526925" y="3556316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218"/>
          <p:cNvSpPr/>
          <p:nvPr/>
        </p:nvSpPr>
        <p:spPr>
          <a:xfrm>
            <a:off x="4526925" y="5023287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0" name="Google Shape;2260;p21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1" name="Google Shape;2261;p21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2_Atividade_Resposta">
    <p:spTree>
      <p:nvGrpSpPr>
        <p:cNvPr id="1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p220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4" name="Google Shape;2284;p220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5" name="Google Shape;2285;p220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6" name="Google Shape;2286;p220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7" name="Google Shape;2287;p220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8" name="Google Shape;2288;p220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9" name="Google Shape;2289;p220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0" name="Google Shape;2290;p220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1" name="Google Shape;2291;p220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2" name="Google Shape;2292;p220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2293" name="Google Shape;2293;p220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4" name="Google Shape;2294;p2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2295" name="Google Shape;2295;p220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6" name="Google Shape;2296;p220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2297" name="Google Shape;2297;p22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8" name="Google Shape;2298;p22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0" name="Google Shape;2300;p2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1" name="Google Shape;2301;p221"/>
          <p:cNvSpPr/>
          <p:nvPr/>
        </p:nvSpPr>
        <p:spPr>
          <a:xfrm>
            <a:off x="3426936" y="0"/>
            <a:ext cx="8781600" cy="685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2" name="Google Shape;2302;p221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3" name="Google Shape;2303;p221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4" name="Google Shape;2304;p221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5" name="Google Shape;2305;p221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306" name="Google Shape;2306;p221"/>
          <p:cNvSpPr txBox="1"/>
          <p:nvPr/>
        </p:nvSpPr>
        <p:spPr>
          <a:xfrm>
            <a:off x="2830286" y="-402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221"/>
          <p:cNvSpPr txBox="1"/>
          <p:nvPr/>
        </p:nvSpPr>
        <p:spPr>
          <a:xfrm>
            <a:off x="5116286" y="-69668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221"/>
          <p:cNvSpPr txBox="1"/>
          <p:nvPr/>
        </p:nvSpPr>
        <p:spPr>
          <a:xfrm>
            <a:off x="4996543" y="-7075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9" name="Google Shape;2309;p221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0" name="Google Shape;2310;p221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1" name="Google Shape;2311;p221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2" name="Google Shape;2312;p221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3" name="Google Shape;2313;p221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4" name="Google Shape;2314;p221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5" name="Google Shape;2315;p221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6" name="Google Shape;2316;p221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7" name="Google Shape;2317;p221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8" name="Google Shape;2318;p221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9" name="Google Shape;2319;p22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0" name="Google Shape;2320;p22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2" name="Google Shape;2322;p2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3" name="Google Shape;2323;p2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4" name="Google Shape;2324;p222"/>
          <p:cNvSpPr txBox="1">
            <a:spLocks noGrp="1"/>
          </p:cNvSpPr>
          <p:nvPr>
            <p:ph type="body" idx="1"/>
          </p:nvPr>
        </p:nvSpPr>
        <p:spPr>
          <a:xfrm>
            <a:off x="2832100" y="1670050"/>
            <a:ext cx="8988300" cy="22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5" name="Google Shape;2325;p222"/>
          <p:cNvSpPr txBox="1">
            <a:spLocks noGrp="1"/>
          </p:cNvSpPr>
          <p:nvPr>
            <p:ph type="body" idx="2"/>
          </p:nvPr>
        </p:nvSpPr>
        <p:spPr>
          <a:xfrm>
            <a:off x="4282082" y="5119381"/>
            <a:ext cx="7538400" cy="9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6" name="Google Shape;2326;p22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7" name="Google Shape;2327;p22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5">
    <p:spTree>
      <p:nvGrpSpPr>
        <p:cNvPr id="1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9" name="Google Shape;2329;p2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0" name="Google Shape;2330;p2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1" name="Google Shape;2331;p223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2" name="Google Shape;2332;p223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3" name="Google Shape;2333;p223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34" name="Google Shape;2334;p22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5" name="Google Shape;2335;p22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6">
    <p:spTree>
      <p:nvGrpSpPr>
        <p:cNvPr id="1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7" name="Google Shape;2337;p2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8" name="Google Shape;2338;p2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9" name="Google Shape;2339;p224"/>
          <p:cNvSpPr txBox="1">
            <a:spLocks noGrp="1"/>
          </p:cNvSpPr>
          <p:nvPr>
            <p:ph type="body" idx="1"/>
          </p:nvPr>
        </p:nvSpPr>
        <p:spPr>
          <a:xfrm>
            <a:off x="2887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0" name="Google Shape;2340;p224"/>
          <p:cNvSpPr txBox="1">
            <a:spLocks noGrp="1"/>
          </p:cNvSpPr>
          <p:nvPr>
            <p:ph type="body" idx="2"/>
          </p:nvPr>
        </p:nvSpPr>
        <p:spPr>
          <a:xfrm>
            <a:off x="7459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1" name="Google Shape;2341;p22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2" name="Google Shape;2342;p22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7">
    <p:spTree>
      <p:nvGrpSpPr>
        <p:cNvPr id="1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4" name="Google Shape;2344;p2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5" name="Google Shape;2345;p2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6" name="Google Shape;2346;p225"/>
          <p:cNvSpPr>
            <a:spLocks noGrp="1"/>
          </p:cNvSpPr>
          <p:nvPr>
            <p:ph type="pic" idx="2"/>
          </p:nvPr>
        </p:nvSpPr>
        <p:spPr>
          <a:xfrm>
            <a:off x="2805141" y="809469"/>
            <a:ext cx="9004500" cy="49176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347" name="Google Shape;2347;p225"/>
          <p:cNvSpPr txBox="1">
            <a:spLocks noGrp="1"/>
          </p:cNvSpPr>
          <p:nvPr>
            <p:ph type="body" idx="1"/>
          </p:nvPr>
        </p:nvSpPr>
        <p:spPr>
          <a:xfrm>
            <a:off x="2805142" y="5849999"/>
            <a:ext cx="90048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8" name="Google Shape;2348;p22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9" name="Google Shape;2349;p22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2">
    <p:spTree>
      <p:nvGrpSpPr>
        <p:cNvPr id="1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1" name="Google Shape;2351;p2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2" name="Google Shape;2352;p2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53" name="Google Shape;2353;p226"/>
          <p:cNvSpPr txBox="1">
            <a:spLocks noGrp="1"/>
          </p:cNvSpPr>
          <p:nvPr>
            <p:ph type="body" idx="1"/>
          </p:nvPr>
        </p:nvSpPr>
        <p:spPr>
          <a:xfrm>
            <a:off x="3799868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4" name="Google Shape;2354;p226"/>
          <p:cNvSpPr txBox="1">
            <a:spLocks noGrp="1"/>
          </p:cNvSpPr>
          <p:nvPr>
            <p:ph type="body" idx="2"/>
          </p:nvPr>
        </p:nvSpPr>
        <p:spPr>
          <a:xfrm>
            <a:off x="3799868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5" name="Google Shape;2355;p226"/>
          <p:cNvSpPr txBox="1">
            <a:spLocks noGrp="1"/>
          </p:cNvSpPr>
          <p:nvPr>
            <p:ph type="body" idx="3"/>
          </p:nvPr>
        </p:nvSpPr>
        <p:spPr>
          <a:xfrm>
            <a:off x="3799868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6" name="Google Shape;2356;p226"/>
          <p:cNvSpPr txBox="1">
            <a:spLocks noGrp="1"/>
          </p:cNvSpPr>
          <p:nvPr>
            <p:ph type="body" idx="4"/>
          </p:nvPr>
        </p:nvSpPr>
        <p:spPr>
          <a:xfrm>
            <a:off x="7828529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7" name="Google Shape;2357;p226"/>
          <p:cNvSpPr txBox="1">
            <a:spLocks noGrp="1"/>
          </p:cNvSpPr>
          <p:nvPr>
            <p:ph type="body" idx="5"/>
          </p:nvPr>
        </p:nvSpPr>
        <p:spPr>
          <a:xfrm>
            <a:off x="7828529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8" name="Google Shape;2358;p226"/>
          <p:cNvSpPr txBox="1">
            <a:spLocks noGrp="1"/>
          </p:cNvSpPr>
          <p:nvPr>
            <p:ph type="body" idx="6"/>
          </p:nvPr>
        </p:nvSpPr>
        <p:spPr>
          <a:xfrm>
            <a:off x="7828529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9" name="Google Shape;2359;p22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0" name="Google Shape;2360;p22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2" name="Google Shape;2362;p2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3" name="Google Shape;2363;p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4" name="Google Shape;2364;p2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5" name="Google Shape;2365;p2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6" name="Google Shape;2366;p2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7" name="Google Shape;2367;p2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8" name="Google Shape;2368;p2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9" name="Google Shape;2369;p2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0" name="Google Shape;2370;p2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1" name="Google Shape;2371;p22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2" name="Google Shape;2372;p22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4" name="Google Shape;2374;p2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5" name="Google Shape;2375;p2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6" name="Google Shape;2376;p228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7" name="Google Shape;2377;p228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8" name="Google Shape;2378;p228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9" name="Google Shape;2379;p228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0" name="Google Shape;2380;p228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1" name="Google Shape;2381;p228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2" name="Google Shape;2382;p228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3" name="Google Shape;2383;p22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4" name="Google Shape;2384;p22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6" name="Google Shape;2386;p2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7" name="Google Shape;2387;p2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8" name="Google Shape;2388;p22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9" name="Google Shape;2389;p229"/>
          <p:cNvSpPr txBox="1">
            <a:spLocks noGrp="1"/>
          </p:cNvSpPr>
          <p:nvPr>
            <p:ph type="body" idx="1"/>
          </p:nvPr>
        </p:nvSpPr>
        <p:spPr>
          <a:xfrm>
            <a:off x="3243943" y="3429000"/>
            <a:ext cx="7710900" cy="24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0" name="Google Shape;2390;p229"/>
          <p:cNvSpPr txBox="1">
            <a:spLocks noGrp="1"/>
          </p:cNvSpPr>
          <p:nvPr>
            <p:ph type="body" idx="2"/>
          </p:nvPr>
        </p:nvSpPr>
        <p:spPr>
          <a:xfrm>
            <a:off x="3243943" y="1027011"/>
            <a:ext cx="7710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1" name="Google Shape;2391;p229"/>
          <p:cNvSpPr txBox="1">
            <a:spLocks noGrp="1"/>
          </p:cNvSpPr>
          <p:nvPr>
            <p:ph type="body" idx="3"/>
          </p:nvPr>
        </p:nvSpPr>
        <p:spPr>
          <a:xfrm>
            <a:off x="4226076" y="1962047"/>
            <a:ext cx="64878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2" name="Google Shape;2392;p229"/>
          <p:cNvSpPr txBox="1">
            <a:spLocks noGrp="1"/>
          </p:cNvSpPr>
          <p:nvPr>
            <p:ph type="body" idx="4"/>
          </p:nvPr>
        </p:nvSpPr>
        <p:spPr>
          <a:xfrm>
            <a:off x="4247847" y="2910228"/>
            <a:ext cx="47445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3" name="Google Shape;2393;p22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4" name="Google Shape;2394;p22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6" name="Google Shape;2396;p2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397" name="Google Shape;2397;p230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98" name="Google Shape;2398;p23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9" name="Google Shape;2399;p23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5">
    <p:spTree>
      <p:nvGrpSpPr>
        <p:cNvPr id="1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1" name="Google Shape;2401;p2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2" name="Google Shape;2402;p2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3" name="Google Shape;2403;p23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4" name="Google Shape;2404;p23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5" name="Google Shape;2405;p23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6" name="Google Shape;2406;p23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7" name="Google Shape;2407;p23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9" name="Google Shape;2409;p2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10" name="Google Shape;2410;p23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1" name="Google Shape;2411;p23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2" name="Google Shape;2412;p23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3" name="Google Shape;2413;p23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4" name="Google Shape;2414;p23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5" name="Google Shape;2415;p23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6" name="Google Shape;2416;p23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7" name="Google Shape;2417;p23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8" name="Google Shape;2418;p232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9" name="Google Shape;2419;p232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0" name="Google Shape;2420;p23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1" name="Google Shape;2421;p232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1">
    <p:bg>
      <p:bgPr>
        <a:solidFill>
          <a:srgbClr val="28566E"/>
        </a:solidFill>
        <a:effectLst/>
      </p:bgPr>
    </p:bg>
    <p:spTree>
      <p:nvGrpSpPr>
        <p:cNvPr id="1" name="Shape 2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3" name="Google Shape;2423;p2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4" name="Google Shape;2424;p233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25" name="Google Shape;2425;p23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6" name="Google Shape;2426;p23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7" name="Google Shape;2427;p23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8" name="Google Shape;2428;p23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9" name="Google Shape;2429;p23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30" name="Google Shape;2430;p23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1" name="Google Shape;2431;p23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2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3" name="Google Shape;2433;p2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207" y="4956"/>
            <a:ext cx="268223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34" name="Google Shape;2434;p234"/>
          <p:cNvSpPr>
            <a:spLocks noGrp="1"/>
          </p:cNvSpPr>
          <p:nvPr>
            <p:ph type="pic" idx="2"/>
          </p:nvPr>
        </p:nvSpPr>
        <p:spPr>
          <a:xfrm>
            <a:off x="3028950" y="1507375"/>
            <a:ext cx="8791200" cy="4688400"/>
          </a:xfrm>
          <a:prstGeom prst="rect">
            <a:avLst/>
          </a:prstGeom>
          <a:noFill/>
          <a:ln>
            <a:noFill/>
          </a:ln>
        </p:spPr>
      </p:sp>
      <p:sp>
        <p:nvSpPr>
          <p:cNvPr id="2435" name="Google Shape;2435;p234"/>
          <p:cNvSpPr txBox="1">
            <a:spLocks noGrp="1"/>
          </p:cNvSpPr>
          <p:nvPr>
            <p:ph type="body" idx="1"/>
          </p:nvPr>
        </p:nvSpPr>
        <p:spPr>
          <a:xfrm>
            <a:off x="3028950" y="342452"/>
            <a:ext cx="87912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6" name="Google Shape;2436;p23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7" name="Google Shape;2437;p234"/>
          <p:cNvSpPr txBox="1">
            <a:spLocks noGrp="1"/>
          </p:cNvSpPr>
          <p:nvPr>
            <p:ph type="body" idx="3"/>
          </p:nvPr>
        </p:nvSpPr>
        <p:spPr>
          <a:xfrm>
            <a:off x="3028951" y="6285262"/>
            <a:ext cx="8791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8" name="Google Shape;2438;p234"/>
          <p:cNvSpPr txBox="1"/>
          <p:nvPr/>
        </p:nvSpPr>
        <p:spPr>
          <a:xfrm>
            <a:off x="2553629" y="-32338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9" name="Google Shape;2439;p23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0" name="Google Shape;2440;p23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p235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3" name="Google Shape;2443;p23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4" name="Google Shape;2444;p23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5" name="Google Shape;2445;p23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2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7" name="Google Shape;2447;p2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448" name="Google Shape;2448;p236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9" name="Google Shape;2449;p236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0" name="Google Shape;2450;p236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1" name="Google Shape;2451;p236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2" name="Google Shape;2452;p236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>
  <p:cSld name="3_EstudoCaso">
    <p:spTree>
      <p:nvGrpSpPr>
        <p:cNvPr id="1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4" name="Google Shape;2454;p2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55" name="Google Shape;2455;p237"/>
          <p:cNvSpPr txBox="1">
            <a:spLocks noGrp="1"/>
          </p:cNvSpPr>
          <p:nvPr>
            <p:ph type="body" idx="1"/>
          </p:nvPr>
        </p:nvSpPr>
        <p:spPr>
          <a:xfrm>
            <a:off x="3641085" y="1210734"/>
            <a:ext cx="7610400" cy="282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6" name="Google Shape;2456;p237"/>
          <p:cNvSpPr txBox="1"/>
          <p:nvPr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7" name="Google Shape;2457;p23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>
          <p15:clr>
            <a:srgbClr val="FBAE40"/>
          </p15:clr>
        </p15:guide>
        <p15:guide id="2" pos="2283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9" name="Google Shape;2459;p2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0" name="Google Shape;2460;p23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61" name="Google Shape;2461;p23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62" name="Google Shape;2462;p23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3" name="Google Shape;2463;p23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4" name="Google Shape;2464;p23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5" name="Google Shape;2465;p23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6" name="Google Shape;2466;p23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7" name="Google Shape;2467;p23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8" name="Google Shape;2468;p23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9" name="Google Shape;2469;p23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0" name="Google Shape;2470;p23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2" name="Google Shape;2472;p2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473" name="Google Shape;2473;p23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4" name="Google Shape;2474;p23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75" name="Google Shape;2475;p23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7" name="Google Shape;2477;p2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8" name="Google Shape;2478;p2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79" name="Google Shape;2479;p24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80" name="Google Shape;2480;p24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2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2" name="Google Shape;2482;p2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3" name="Google Shape;2483;p24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2484" name="Google Shape;2484;p24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p24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6" name="Google Shape;2486;p24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7" name="Google Shape;2487;p24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8" name="Google Shape;2488;p24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2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0" name="Google Shape;2490;p24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 2">
    <p:spTree>
      <p:nvGrpSpPr>
        <p:cNvPr id="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2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3" name="Google Shape;2493;p2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 2">
    <p:spTree>
      <p:nvGrpSpPr>
        <p:cNvPr id="1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5" name="Google Shape;2495;p2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6" name="Google Shape;2496;p24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7" name="Google Shape;2497;p24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8" name="Google Shape;2498;p24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99" name="Google Shape;2499;p24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500" name="Google Shape;2500;p24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01" name="Google Shape;2501;p24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2" name="Google Shape;2502;p24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3" name="Google Shape;2503;p24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4" name="Google Shape;2504;p24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5" name="Google Shape;2505;p24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6" name="Google Shape;2506;p24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7" name="Google Shape;2507;p24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8" name="Google Shape;2508;p24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9" name="Google Shape;2509;p24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0" name="Google Shape;2510;p24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1" name="Google Shape;2511;p24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13" name="Google Shape;2513;p246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4" name="Google Shape;2514;p246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5" name="Google Shape;2515;p246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16" name="Google Shape;2516;p246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7" name="Google Shape;2517;p246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8" name="Google Shape;2518;p246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19" name="Google Shape;2519;p246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20" name="Google Shape;2520;p246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2" name="Google Shape;2522;p2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3" name="Google Shape;2523;p2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4" name="Google Shape;2524;p24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5" name="Google Shape;2525;p24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6" name="Google Shape;2526;p24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7" name="Google Shape;2527;p24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8" name="Google Shape;2528;p24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9" name="Google Shape;2529;p24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0" name="Google Shape;2530;p24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1" name="Google Shape;2531;p24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3">
    <p:spTree>
      <p:nvGrpSpPr>
        <p:cNvPr id="1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3" name="Google Shape;2533;p2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34" name="Google Shape;2534;p24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5" name="Google Shape;2535;p2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536" name="Google Shape;2536;p248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7" name="Google Shape;2537;p248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8" name="Google Shape;2538;p248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9" name="Google Shape;2539;p248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0" name="Google Shape;2540;p248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1" name="Google Shape;2541;p248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2" name="Google Shape;2542;p248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4" name="Google Shape;2544;p2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5" name="Google Shape;2545;p24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46" name="Google Shape;2546;p249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547" name="Google Shape;2547;p249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48" name="Google Shape;2548;p249"/>
          <p:cNvSpPr txBox="1"/>
          <p:nvPr/>
        </p:nvSpPr>
        <p:spPr>
          <a:xfrm>
            <a:off x="4676921" y="734022"/>
            <a:ext cx="5440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249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0" name="Google Shape;2550;p249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Linha do Tempo2">
    <p:bg>
      <p:bgPr>
        <a:solidFill>
          <a:schemeClr val="lt1"/>
        </a:solidFill>
        <a:effectLst/>
      </p:bgPr>
    </p:bg>
    <p:spTree>
      <p:nvGrpSpPr>
        <p:cNvPr id="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2" name="Google Shape;2552;p2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3" name="Google Shape;2553;p2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4" name="Google Shape;2554;p250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55" name="Google Shape;2555;p250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6" name="Google Shape;2556;p250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7" name="Google Shape;2557;p250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8" name="Google Shape;2558;p25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9" name="Google Shape;2559;p25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1" name="Google Shape;2561;p2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2" name="Google Shape;2562;p2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3" name="Google Shape;2563;p251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64" name="Google Shape;2564;p251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5" name="Google Shape;2565;p251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6" name="Google Shape;2566;p251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7" name="Google Shape;2567;p25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8" name="Google Shape;2568;p25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1_Linha do Tempo1">
    <p:bg>
      <p:bgPr>
        <a:solidFill>
          <a:schemeClr val="lt1"/>
        </a:solidFill>
        <a:effectLst/>
      </p:bgPr>
    </p:bg>
    <p:spTree>
      <p:nvGrpSpPr>
        <p:cNvPr id="1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0" name="Google Shape;2570;p2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1" name="Google Shape;2571;p2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2" name="Google Shape;2572;p252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73" name="Google Shape;2573;p252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4" name="Google Shape;2574;p252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5" name="Google Shape;2575;p252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6" name="Google Shape;2576;p252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77" name="Google Shape;2577;p252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8" name="Google Shape;2578;p252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9" name="Google Shape;2579;p252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80" name="Google Shape;2580;p252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81" name="Google Shape;2581;p25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2" name="Google Shape;2582;p25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3" name="Google Shape;2583;p252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2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5" name="Google Shape;2585;p2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6" name="Google Shape;2586;p2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7" name="Google Shape;2587;p253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88" name="Google Shape;2588;p253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89" name="Google Shape;2589;p253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90" name="Google Shape;2590;p253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91" name="Google Shape;2591;p253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92" name="Google Shape;2592;p253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3" name="Google Shape;2593;p253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4" name="Google Shape;2594;p253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5" name="Google Shape;2595;p253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6" name="Google Shape;2596;p253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7" name="Google Shape;2597;p25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8" name="Google Shape;2598;p25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2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0" name="Google Shape;2600;p2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1" name="Google Shape;2601;p2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02" name="Google Shape;2602;p254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03" name="Google Shape;2603;p254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4" name="Google Shape;2604;p254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5" name="Google Shape;2605;p254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6" name="Google Shape;2606;p254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07" name="Google Shape;2607;p254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08" name="Google Shape;2608;p254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09" name="Google Shape;2609;p254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10" name="Google Shape;2610;p254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11" name="Google Shape;2611;p254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12" name="Google Shape;2612;p25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3" name="Google Shape;2613;p25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5" name="Google Shape;2615;p2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6" name="Google Shape;2616;p2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7" name="Google Shape;2617;p255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18" name="Google Shape;2618;p255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19" name="Google Shape;2619;p255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20" name="Google Shape;2620;p255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21" name="Google Shape;2621;p255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2" name="Google Shape;2622;p255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3" name="Google Shape;2623;p255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4" name="Google Shape;2624;p255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5" name="Google Shape;2625;p255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6" name="Google Shape;2626;p255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7" name="Google Shape;2627;p255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28" name="Google Shape;2628;p255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9" name="Google Shape;2629;p25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0" name="Google Shape;2630;p25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2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2" name="Google Shape;2632;p2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3" name="Google Shape;2633;p2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4" name="Google Shape;2634;p256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35" name="Google Shape;2635;p256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6" name="Google Shape;2636;p256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7" name="Google Shape;2637;p256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8" name="Google Shape;2638;p256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39" name="Google Shape;2639;p256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0" name="Google Shape;2640;p256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1" name="Google Shape;2641;p256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2" name="Google Shape;2642;p256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3" name="Google Shape;2643;p256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44" name="Google Shape;2644;p256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45" name="Google Shape;2645;p256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46" name="Google Shape;2646;p25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7" name="Google Shape;2647;p25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2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9" name="Google Shape;2649;p2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0" name="Google Shape;2650;p2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1" name="Google Shape;2651;p257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52" name="Google Shape;2652;p257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3" name="Google Shape;2653;p257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4" name="Google Shape;2654;p257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5" name="Google Shape;2655;p257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56" name="Google Shape;2656;p257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7" name="Google Shape;2657;p257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8" name="Google Shape;2658;p257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9" name="Google Shape;2659;p257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0" name="Google Shape;2660;p257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1" name="Google Shape;2661;p257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62" name="Google Shape;2662;p257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63" name="Google Shape;2663;p25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4" name="Google Shape;2664;p25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6" name="Google Shape;2666;p2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7" name="Google Shape;2667;p2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68" name="Google Shape;2668;p258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9" name="Google Shape;2669;p258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0" name="Google Shape;2670;p258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1" name="Google Shape;2671;p258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2672" name="Google Shape;2672;p25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2673" name="Google Shape;2673;p25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4" name="Google Shape;2674;p258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5" name="Google Shape;2675;p258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6" name="Google Shape;2676;p258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7" name="Google Shape;2677;p258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8" name="Google Shape;2678;p258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9" name="Google Shape;2679;p258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80" name="Google Shape;2680;p258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81" name="Google Shape;2681;p25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2" name="Google Shape;2682;p25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3">
    <p:spTree>
      <p:nvGrpSpPr>
        <p:cNvPr id="1" name="Shape 2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4" name="Google Shape;2684;p2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5" name="Google Shape;2685;p2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86" name="Google Shape;2686;p25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7" name="Google Shape;2687;p25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8" name="Google Shape;2688;p25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8">
    <p:spTree>
      <p:nvGrpSpPr>
        <p:cNvPr id="1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0" name="Google Shape;2690;p2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1" name="Google Shape;2691;p2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2" name="Google Shape;2692;p260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93" name="Google Shape;2693;p260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4" name="Google Shape;2694;p260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5" name="Google Shape;2695;p26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6" name="Google Shape;2696;p26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2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Google Shape;2698;p261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9" name="Google Shape;2699;p261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00" name="Google Shape;2700;p261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5">
    <p:spTree>
      <p:nvGrpSpPr>
        <p:cNvPr id="1" name="Shape 2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2" name="Google Shape;2702;p26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 2">
    <p:bg>
      <p:bgPr>
        <a:solidFill>
          <a:schemeClr val="lt1"/>
        </a:solidFill>
        <a:effectLst/>
      </p:bgPr>
    </p:bg>
    <p:spTree>
      <p:nvGrpSpPr>
        <p:cNvPr id="1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4" name="Google Shape;2704;p2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5" name="Google Shape;2705;p2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6" name="Google Shape;2706;p263"/>
          <p:cNvSpPr txBox="1">
            <a:spLocks noGrp="1"/>
          </p:cNvSpPr>
          <p:nvPr>
            <p:ph type="body" idx="1"/>
          </p:nvPr>
        </p:nvSpPr>
        <p:spPr>
          <a:xfrm>
            <a:off x="3104707" y="1664759"/>
            <a:ext cx="8240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707" name="Google Shape;2707;p263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708" name="Google Shape;2708;p263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709" name="Google Shape;2709;p263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0" name="Google Shape;2710;p26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1" name="Google Shape;2711;p26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84.xml"/><Relationship Id="rId39" Type="http://schemas.openxmlformats.org/officeDocument/2006/relationships/slideLayout" Target="../slideLayouts/slideLayout97.xml"/><Relationship Id="rId21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92.xml"/><Relationship Id="rId42" Type="http://schemas.openxmlformats.org/officeDocument/2006/relationships/slideLayout" Target="../slideLayouts/slideLayout100.xml"/><Relationship Id="rId47" Type="http://schemas.openxmlformats.org/officeDocument/2006/relationships/slideLayout" Target="../slideLayouts/slideLayout105.xml"/><Relationship Id="rId50" Type="http://schemas.openxmlformats.org/officeDocument/2006/relationships/slideLayout" Target="../slideLayouts/slideLayout108.xml"/><Relationship Id="rId55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82.xml"/><Relationship Id="rId32" Type="http://schemas.openxmlformats.org/officeDocument/2006/relationships/slideLayout" Target="../slideLayouts/slideLayout90.xml"/><Relationship Id="rId37" Type="http://schemas.openxmlformats.org/officeDocument/2006/relationships/slideLayout" Target="../slideLayouts/slideLayout95.xml"/><Relationship Id="rId40" Type="http://schemas.openxmlformats.org/officeDocument/2006/relationships/slideLayout" Target="../slideLayouts/slideLayout98.xml"/><Relationship Id="rId45" Type="http://schemas.openxmlformats.org/officeDocument/2006/relationships/slideLayout" Target="../slideLayouts/slideLayout103.xml"/><Relationship Id="rId53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77.xml"/><Relationship Id="rId31" Type="http://schemas.openxmlformats.org/officeDocument/2006/relationships/slideLayout" Target="../slideLayouts/slideLayout89.xml"/><Relationship Id="rId44" Type="http://schemas.openxmlformats.org/officeDocument/2006/relationships/slideLayout" Target="../slideLayouts/slideLayout102.xml"/><Relationship Id="rId52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85.xml"/><Relationship Id="rId30" Type="http://schemas.openxmlformats.org/officeDocument/2006/relationships/slideLayout" Target="../slideLayouts/slideLayout88.xml"/><Relationship Id="rId35" Type="http://schemas.openxmlformats.org/officeDocument/2006/relationships/slideLayout" Target="../slideLayouts/slideLayout93.xml"/><Relationship Id="rId43" Type="http://schemas.openxmlformats.org/officeDocument/2006/relationships/slideLayout" Target="../slideLayouts/slideLayout101.xml"/><Relationship Id="rId48" Type="http://schemas.openxmlformats.org/officeDocument/2006/relationships/slideLayout" Target="../slideLayouts/slideLayout106.xml"/><Relationship Id="rId56" Type="http://schemas.openxmlformats.org/officeDocument/2006/relationships/theme" Target="../theme/theme2.xml"/><Relationship Id="rId8" Type="http://schemas.openxmlformats.org/officeDocument/2006/relationships/slideLayout" Target="../slideLayouts/slideLayout66.xml"/><Relationship Id="rId51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83.xml"/><Relationship Id="rId33" Type="http://schemas.openxmlformats.org/officeDocument/2006/relationships/slideLayout" Target="../slideLayouts/slideLayout91.xml"/><Relationship Id="rId38" Type="http://schemas.openxmlformats.org/officeDocument/2006/relationships/slideLayout" Target="../slideLayouts/slideLayout96.xml"/><Relationship Id="rId46" Type="http://schemas.openxmlformats.org/officeDocument/2006/relationships/slideLayout" Target="../slideLayouts/slideLayout104.xml"/><Relationship Id="rId20" Type="http://schemas.openxmlformats.org/officeDocument/2006/relationships/slideLayout" Target="../slideLayouts/slideLayout78.xml"/><Relationship Id="rId41" Type="http://schemas.openxmlformats.org/officeDocument/2006/relationships/slideLayout" Target="../slideLayouts/slideLayout99.xml"/><Relationship Id="rId54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6.xml"/><Relationship Id="rId36" Type="http://schemas.openxmlformats.org/officeDocument/2006/relationships/slideLayout" Target="../slideLayouts/slideLayout94.xml"/><Relationship Id="rId49" Type="http://schemas.openxmlformats.org/officeDocument/2006/relationships/slideLayout" Target="../slideLayouts/slideLayout107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39.xml"/><Relationship Id="rId21" Type="http://schemas.openxmlformats.org/officeDocument/2006/relationships/slideLayout" Target="../slideLayouts/slideLayout134.xml"/><Relationship Id="rId42" Type="http://schemas.openxmlformats.org/officeDocument/2006/relationships/slideLayout" Target="../slideLayouts/slideLayout155.xml"/><Relationship Id="rId47" Type="http://schemas.openxmlformats.org/officeDocument/2006/relationships/slideLayout" Target="../slideLayouts/slideLayout160.xml"/><Relationship Id="rId63" Type="http://schemas.openxmlformats.org/officeDocument/2006/relationships/slideLayout" Target="../slideLayouts/slideLayout176.xml"/><Relationship Id="rId68" Type="http://schemas.openxmlformats.org/officeDocument/2006/relationships/slideLayout" Target="../slideLayouts/slideLayout181.xml"/><Relationship Id="rId16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24.xml"/><Relationship Id="rId32" Type="http://schemas.openxmlformats.org/officeDocument/2006/relationships/slideLayout" Target="../slideLayouts/slideLayout145.xml"/><Relationship Id="rId37" Type="http://schemas.openxmlformats.org/officeDocument/2006/relationships/slideLayout" Target="../slideLayouts/slideLayout150.xml"/><Relationship Id="rId53" Type="http://schemas.openxmlformats.org/officeDocument/2006/relationships/slideLayout" Target="../slideLayouts/slideLayout166.xml"/><Relationship Id="rId58" Type="http://schemas.openxmlformats.org/officeDocument/2006/relationships/slideLayout" Target="../slideLayouts/slideLayout171.xml"/><Relationship Id="rId74" Type="http://schemas.openxmlformats.org/officeDocument/2006/relationships/slideLayout" Target="../slideLayouts/slideLayout187.xml"/><Relationship Id="rId79" Type="http://schemas.openxmlformats.org/officeDocument/2006/relationships/slideLayout" Target="../slideLayouts/slideLayout192.xml"/><Relationship Id="rId5" Type="http://schemas.openxmlformats.org/officeDocument/2006/relationships/slideLayout" Target="../slideLayouts/slideLayout118.xml"/><Relationship Id="rId61" Type="http://schemas.openxmlformats.org/officeDocument/2006/relationships/slideLayout" Target="../slideLayouts/slideLayout174.xml"/><Relationship Id="rId82" Type="http://schemas.openxmlformats.org/officeDocument/2006/relationships/slideLayout" Target="../slideLayouts/slideLayout195.xml"/><Relationship Id="rId19" Type="http://schemas.openxmlformats.org/officeDocument/2006/relationships/slideLayout" Target="../slideLayouts/slideLayout132.xml"/><Relationship Id="rId14" Type="http://schemas.openxmlformats.org/officeDocument/2006/relationships/slideLayout" Target="../slideLayouts/slideLayout127.xml"/><Relationship Id="rId22" Type="http://schemas.openxmlformats.org/officeDocument/2006/relationships/slideLayout" Target="../slideLayouts/slideLayout135.xml"/><Relationship Id="rId27" Type="http://schemas.openxmlformats.org/officeDocument/2006/relationships/slideLayout" Target="../slideLayouts/slideLayout140.xml"/><Relationship Id="rId30" Type="http://schemas.openxmlformats.org/officeDocument/2006/relationships/slideLayout" Target="../slideLayouts/slideLayout143.xml"/><Relationship Id="rId35" Type="http://schemas.openxmlformats.org/officeDocument/2006/relationships/slideLayout" Target="../slideLayouts/slideLayout148.xml"/><Relationship Id="rId43" Type="http://schemas.openxmlformats.org/officeDocument/2006/relationships/slideLayout" Target="../slideLayouts/slideLayout156.xml"/><Relationship Id="rId48" Type="http://schemas.openxmlformats.org/officeDocument/2006/relationships/slideLayout" Target="../slideLayouts/slideLayout161.xml"/><Relationship Id="rId56" Type="http://schemas.openxmlformats.org/officeDocument/2006/relationships/slideLayout" Target="../slideLayouts/slideLayout169.xml"/><Relationship Id="rId64" Type="http://schemas.openxmlformats.org/officeDocument/2006/relationships/slideLayout" Target="../slideLayouts/slideLayout177.xml"/><Relationship Id="rId69" Type="http://schemas.openxmlformats.org/officeDocument/2006/relationships/slideLayout" Target="../slideLayouts/slideLayout182.xml"/><Relationship Id="rId77" Type="http://schemas.openxmlformats.org/officeDocument/2006/relationships/slideLayout" Target="../slideLayouts/slideLayout190.xml"/><Relationship Id="rId8" Type="http://schemas.openxmlformats.org/officeDocument/2006/relationships/slideLayout" Target="../slideLayouts/slideLayout121.xml"/><Relationship Id="rId51" Type="http://schemas.openxmlformats.org/officeDocument/2006/relationships/slideLayout" Target="../slideLayouts/slideLayout164.xml"/><Relationship Id="rId72" Type="http://schemas.openxmlformats.org/officeDocument/2006/relationships/slideLayout" Target="../slideLayouts/slideLayout185.xml"/><Relationship Id="rId80" Type="http://schemas.openxmlformats.org/officeDocument/2006/relationships/slideLayout" Target="../slideLayouts/slideLayout193.xml"/><Relationship Id="rId3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5.xml"/><Relationship Id="rId17" Type="http://schemas.openxmlformats.org/officeDocument/2006/relationships/slideLayout" Target="../slideLayouts/slideLayout130.xml"/><Relationship Id="rId25" Type="http://schemas.openxmlformats.org/officeDocument/2006/relationships/slideLayout" Target="../slideLayouts/slideLayout138.xml"/><Relationship Id="rId33" Type="http://schemas.openxmlformats.org/officeDocument/2006/relationships/slideLayout" Target="../slideLayouts/slideLayout146.xml"/><Relationship Id="rId38" Type="http://schemas.openxmlformats.org/officeDocument/2006/relationships/slideLayout" Target="../slideLayouts/slideLayout151.xml"/><Relationship Id="rId46" Type="http://schemas.openxmlformats.org/officeDocument/2006/relationships/slideLayout" Target="../slideLayouts/slideLayout159.xml"/><Relationship Id="rId59" Type="http://schemas.openxmlformats.org/officeDocument/2006/relationships/slideLayout" Target="../slideLayouts/slideLayout172.xml"/><Relationship Id="rId67" Type="http://schemas.openxmlformats.org/officeDocument/2006/relationships/slideLayout" Target="../slideLayouts/slideLayout180.xml"/><Relationship Id="rId20" Type="http://schemas.openxmlformats.org/officeDocument/2006/relationships/slideLayout" Target="../slideLayouts/slideLayout133.xml"/><Relationship Id="rId41" Type="http://schemas.openxmlformats.org/officeDocument/2006/relationships/slideLayout" Target="../slideLayouts/slideLayout154.xml"/><Relationship Id="rId54" Type="http://schemas.openxmlformats.org/officeDocument/2006/relationships/slideLayout" Target="../slideLayouts/slideLayout167.xml"/><Relationship Id="rId62" Type="http://schemas.openxmlformats.org/officeDocument/2006/relationships/slideLayout" Target="../slideLayouts/slideLayout175.xml"/><Relationship Id="rId70" Type="http://schemas.openxmlformats.org/officeDocument/2006/relationships/slideLayout" Target="../slideLayouts/slideLayout183.xml"/><Relationship Id="rId75" Type="http://schemas.openxmlformats.org/officeDocument/2006/relationships/slideLayout" Target="../slideLayouts/slideLayout188.xml"/><Relationship Id="rId83" Type="http://schemas.openxmlformats.org/officeDocument/2006/relationships/theme" Target="../theme/theme3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5" Type="http://schemas.openxmlformats.org/officeDocument/2006/relationships/slideLayout" Target="../slideLayouts/slideLayout128.xml"/><Relationship Id="rId23" Type="http://schemas.openxmlformats.org/officeDocument/2006/relationships/slideLayout" Target="../slideLayouts/slideLayout136.xml"/><Relationship Id="rId28" Type="http://schemas.openxmlformats.org/officeDocument/2006/relationships/slideLayout" Target="../slideLayouts/slideLayout141.xml"/><Relationship Id="rId36" Type="http://schemas.openxmlformats.org/officeDocument/2006/relationships/slideLayout" Target="../slideLayouts/slideLayout149.xml"/><Relationship Id="rId49" Type="http://schemas.openxmlformats.org/officeDocument/2006/relationships/slideLayout" Target="../slideLayouts/slideLayout162.xml"/><Relationship Id="rId57" Type="http://schemas.openxmlformats.org/officeDocument/2006/relationships/slideLayout" Target="../slideLayouts/slideLayout170.xml"/><Relationship Id="rId10" Type="http://schemas.openxmlformats.org/officeDocument/2006/relationships/slideLayout" Target="../slideLayouts/slideLayout123.xml"/><Relationship Id="rId31" Type="http://schemas.openxmlformats.org/officeDocument/2006/relationships/slideLayout" Target="../slideLayouts/slideLayout144.xml"/><Relationship Id="rId44" Type="http://schemas.openxmlformats.org/officeDocument/2006/relationships/slideLayout" Target="../slideLayouts/slideLayout157.xml"/><Relationship Id="rId52" Type="http://schemas.openxmlformats.org/officeDocument/2006/relationships/slideLayout" Target="../slideLayouts/slideLayout165.xml"/><Relationship Id="rId60" Type="http://schemas.openxmlformats.org/officeDocument/2006/relationships/slideLayout" Target="../slideLayouts/slideLayout173.xml"/><Relationship Id="rId65" Type="http://schemas.openxmlformats.org/officeDocument/2006/relationships/slideLayout" Target="../slideLayouts/slideLayout178.xml"/><Relationship Id="rId73" Type="http://schemas.openxmlformats.org/officeDocument/2006/relationships/slideLayout" Target="../slideLayouts/slideLayout186.xml"/><Relationship Id="rId78" Type="http://schemas.openxmlformats.org/officeDocument/2006/relationships/slideLayout" Target="../slideLayouts/slideLayout191.xml"/><Relationship Id="rId81" Type="http://schemas.openxmlformats.org/officeDocument/2006/relationships/slideLayout" Target="../slideLayouts/slideLayout194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Relationship Id="rId13" Type="http://schemas.openxmlformats.org/officeDocument/2006/relationships/slideLayout" Target="../slideLayouts/slideLayout126.xml"/><Relationship Id="rId18" Type="http://schemas.openxmlformats.org/officeDocument/2006/relationships/slideLayout" Target="../slideLayouts/slideLayout131.xml"/><Relationship Id="rId39" Type="http://schemas.openxmlformats.org/officeDocument/2006/relationships/slideLayout" Target="../slideLayouts/slideLayout152.xml"/><Relationship Id="rId34" Type="http://schemas.openxmlformats.org/officeDocument/2006/relationships/slideLayout" Target="../slideLayouts/slideLayout147.xml"/><Relationship Id="rId50" Type="http://schemas.openxmlformats.org/officeDocument/2006/relationships/slideLayout" Target="../slideLayouts/slideLayout163.xml"/><Relationship Id="rId55" Type="http://schemas.openxmlformats.org/officeDocument/2006/relationships/slideLayout" Target="../slideLayouts/slideLayout168.xml"/><Relationship Id="rId76" Type="http://schemas.openxmlformats.org/officeDocument/2006/relationships/slideLayout" Target="../slideLayouts/slideLayout189.xml"/><Relationship Id="rId7" Type="http://schemas.openxmlformats.org/officeDocument/2006/relationships/slideLayout" Target="../slideLayouts/slideLayout120.xml"/><Relationship Id="rId71" Type="http://schemas.openxmlformats.org/officeDocument/2006/relationships/slideLayout" Target="../slideLayouts/slideLayout184.xml"/><Relationship Id="rId2" Type="http://schemas.openxmlformats.org/officeDocument/2006/relationships/slideLayout" Target="../slideLayouts/slideLayout115.xml"/><Relationship Id="rId29" Type="http://schemas.openxmlformats.org/officeDocument/2006/relationships/slideLayout" Target="../slideLayouts/slideLayout142.xml"/><Relationship Id="rId24" Type="http://schemas.openxmlformats.org/officeDocument/2006/relationships/slideLayout" Target="../slideLayouts/slideLayout137.xml"/><Relationship Id="rId40" Type="http://schemas.openxmlformats.org/officeDocument/2006/relationships/slideLayout" Target="../slideLayouts/slideLayout153.xml"/><Relationship Id="rId45" Type="http://schemas.openxmlformats.org/officeDocument/2006/relationships/slideLayout" Target="../slideLayouts/slideLayout158.xml"/><Relationship Id="rId66" Type="http://schemas.openxmlformats.org/officeDocument/2006/relationships/slideLayout" Target="../slideLayouts/slideLayout1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  <p:sldLayoutId id="2147483732" r:id="rId23"/>
    <p:sldLayoutId id="2147483733" r:id="rId24"/>
    <p:sldLayoutId id="2147483734" r:id="rId25"/>
    <p:sldLayoutId id="2147483735" r:id="rId26"/>
    <p:sldLayoutId id="2147483736" r:id="rId27"/>
    <p:sldLayoutId id="2147483737" r:id="rId28"/>
    <p:sldLayoutId id="2147483738" r:id="rId29"/>
    <p:sldLayoutId id="2147483739" r:id="rId30"/>
    <p:sldLayoutId id="2147483740" r:id="rId31"/>
    <p:sldLayoutId id="2147483741" r:id="rId32"/>
    <p:sldLayoutId id="2147483742" r:id="rId33"/>
    <p:sldLayoutId id="2147483743" r:id="rId34"/>
    <p:sldLayoutId id="2147483744" r:id="rId35"/>
    <p:sldLayoutId id="2147483745" r:id="rId36"/>
    <p:sldLayoutId id="2147483746" r:id="rId37"/>
    <p:sldLayoutId id="2147483747" r:id="rId38"/>
    <p:sldLayoutId id="2147483748" r:id="rId39"/>
    <p:sldLayoutId id="2147483749" r:id="rId40"/>
    <p:sldLayoutId id="2147483750" r:id="rId41"/>
    <p:sldLayoutId id="2147483751" r:id="rId42"/>
    <p:sldLayoutId id="2147483752" r:id="rId43"/>
    <p:sldLayoutId id="2147483753" r:id="rId44"/>
    <p:sldLayoutId id="2147483754" r:id="rId45"/>
    <p:sldLayoutId id="2147483755" r:id="rId46"/>
    <p:sldLayoutId id="2147483756" r:id="rId47"/>
    <p:sldLayoutId id="2147483757" r:id="rId48"/>
    <p:sldLayoutId id="2147483758" r:id="rId49"/>
    <p:sldLayoutId id="2147483759" r:id="rId50"/>
    <p:sldLayoutId id="2147483760" r:id="rId51"/>
    <p:sldLayoutId id="2147483761" r:id="rId52"/>
    <p:sldLayoutId id="2147483762" r:id="rId53"/>
    <p:sldLayoutId id="2147483763" r:id="rId54"/>
    <p:sldLayoutId id="2147483764" r:id="rId5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  <p:sldLayoutId id="2147483836" r:id="rId13"/>
    <p:sldLayoutId id="2147483837" r:id="rId14"/>
    <p:sldLayoutId id="2147483838" r:id="rId15"/>
    <p:sldLayoutId id="2147483839" r:id="rId16"/>
    <p:sldLayoutId id="2147483840" r:id="rId17"/>
    <p:sldLayoutId id="2147483841" r:id="rId18"/>
    <p:sldLayoutId id="2147483842" r:id="rId19"/>
    <p:sldLayoutId id="2147483843" r:id="rId20"/>
    <p:sldLayoutId id="2147483844" r:id="rId21"/>
    <p:sldLayoutId id="2147483845" r:id="rId22"/>
    <p:sldLayoutId id="2147483846" r:id="rId23"/>
    <p:sldLayoutId id="2147483847" r:id="rId24"/>
    <p:sldLayoutId id="2147483848" r:id="rId25"/>
    <p:sldLayoutId id="2147483849" r:id="rId26"/>
    <p:sldLayoutId id="2147483850" r:id="rId27"/>
    <p:sldLayoutId id="2147483851" r:id="rId28"/>
    <p:sldLayoutId id="2147483852" r:id="rId29"/>
    <p:sldLayoutId id="2147483853" r:id="rId30"/>
    <p:sldLayoutId id="2147483854" r:id="rId31"/>
    <p:sldLayoutId id="2147483855" r:id="rId32"/>
    <p:sldLayoutId id="2147483856" r:id="rId33"/>
    <p:sldLayoutId id="2147483857" r:id="rId34"/>
    <p:sldLayoutId id="2147483858" r:id="rId35"/>
    <p:sldLayoutId id="2147483859" r:id="rId36"/>
    <p:sldLayoutId id="2147483860" r:id="rId37"/>
    <p:sldLayoutId id="2147483861" r:id="rId38"/>
    <p:sldLayoutId id="2147483863" r:id="rId39"/>
    <p:sldLayoutId id="2147483864" r:id="rId40"/>
    <p:sldLayoutId id="2147483865" r:id="rId41"/>
    <p:sldLayoutId id="2147483866" r:id="rId42"/>
    <p:sldLayoutId id="2147483867" r:id="rId43"/>
    <p:sldLayoutId id="2147483868" r:id="rId44"/>
    <p:sldLayoutId id="2147483869" r:id="rId45"/>
    <p:sldLayoutId id="2147483870" r:id="rId46"/>
    <p:sldLayoutId id="2147483871" r:id="rId47"/>
    <p:sldLayoutId id="2147483872" r:id="rId48"/>
    <p:sldLayoutId id="2147483873" r:id="rId49"/>
    <p:sldLayoutId id="2147483874" r:id="rId50"/>
    <p:sldLayoutId id="2147483875" r:id="rId51"/>
    <p:sldLayoutId id="2147483876" r:id="rId52"/>
    <p:sldLayoutId id="2147483877" r:id="rId53"/>
    <p:sldLayoutId id="2147483878" r:id="rId54"/>
    <p:sldLayoutId id="2147483879" r:id="rId55"/>
    <p:sldLayoutId id="2147483880" r:id="rId56"/>
    <p:sldLayoutId id="2147483881" r:id="rId57"/>
    <p:sldLayoutId id="2147483882" r:id="rId58"/>
    <p:sldLayoutId id="2147483883" r:id="rId59"/>
    <p:sldLayoutId id="2147483884" r:id="rId60"/>
    <p:sldLayoutId id="2147483885" r:id="rId61"/>
    <p:sldLayoutId id="2147483886" r:id="rId62"/>
    <p:sldLayoutId id="2147483887" r:id="rId63"/>
    <p:sldLayoutId id="2147483888" r:id="rId64"/>
    <p:sldLayoutId id="2147483889" r:id="rId65"/>
    <p:sldLayoutId id="2147483890" r:id="rId66"/>
    <p:sldLayoutId id="2147483891" r:id="rId67"/>
    <p:sldLayoutId id="2147483892" r:id="rId68"/>
    <p:sldLayoutId id="2147483893" r:id="rId69"/>
    <p:sldLayoutId id="2147483894" r:id="rId70"/>
    <p:sldLayoutId id="2147483895" r:id="rId71"/>
    <p:sldLayoutId id="2147483896" r:id="rId72"/>
    <p:sldLayoutId id="2147483897" r:id="rId73"/>
    <p:sldLayoutId id="2147483898" r:id="rId74"/>
    <p:sldLayoutId id="2147483899" r:id="rId75"/>
    <p:sldLayoutId id="2147483900" r:id="rId76"/>
    <p:sldLayoutId id="2147483901" r:id="rId77"/>
    <p:sldLayoutId id="2147483902" r:id="rId78"/>
    <p:sldLayoutId id="2147483903" r:id="rId79"/>
    <p:sldLayoutId id="2147483904" r:id="rId80"/>
    <p:sldLayoutId id="2147483905" r:id="rId81"/>
    <p:sldLayoutId id="2147483906" r:id="rId8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7.xml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3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shtagtreinamentos.com/listas-no-pytho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shtagtreinamentos.com/listas-no-pytho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5.xml"/><Relationship Id="rId4" Type="http://schemas.openxmlformats.org/officeDocument/2006/relationships/hyperlink" Target="https://docs.python.org/pt-br/3/tutorial/controlflow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7.xml"/><Relationship Id="rId5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7" name="Google Shape;3837;p339"/>
          <p:cNvSpPr txBox="1"/>
          <p:nvPr/>
        </p:nvSpPr>
        <p:spPr>
          <a:xfrm>
            <a:off x="898900" y="3785804"/>
            <a:ext cx="68148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SISANO1C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21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9" name="Google Shape;3839;p339"/>
          <p:cNvSpPr txBox="1"/>
          <p:nvPr/>
        </p:nvSpPr>
        <p:spPr>
          <a:xfrm>
            <a:off x="898900" y="2776459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pt-BR" sz="2200" dirty="0">
                <a:solidFill>
                  <a:srgbClr val="BFBF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Aula 4: Ampliando o sistema com validação e consulta de produtos</a:t>
            </a:r>
            <a:endParaRPr sz="2200" b="0" i="0" u="none" strike="noStrike" cap="none" dirty="0">
              <a:solidFill>
                <a:srgbClr val="BFBFB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" name="Google Shape;2721;p265">
            <a:extLst>
              <a:ext uri="{FF2B5EF4-FFF2-40B4-BE49-F238E27FC236}">
                <a16:creationId xmlns:a16="http://schemas.microsoft.com/office/drawing/2014/main" id="{EE2A3680-E405-DB2B-AB47-E9B44C3D507E}"/>
              </a:ext>
            </a:extLst>
          </p:cNvPr>
          <p:cNvSpPr txBox="1"/>
          <p:nvPr/>
        </p:nvSpPr>
        <p:spPr>
          <a:xfrm>
            <a:off x="525902" y="2022383"/>
            <a:ext cx="7560796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Programando com menu no terminal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2723;p265">
            <a:extLst>
              <a:ext uri="{FF2B5EF4-FFF2-40B4-BE49-F238E27FC236}">
                <a16:creationId xmlns:a16="http://schemas.microsoft.com/office/drawing/2014/main" id="{E6925422-F3FF-1530-C596-508C88A68810}"/>
              </a:ext>
            </a:extLst>
          </p:cNvPr>
          <p:cNvSpPr txBox="1"/>
          <p:nvPr/>
        </p:nvSpPr>
        <p:spPr>
          <a:xfrm>
            <a:off x="819487" y="1147883"/>
            <a:ext cx="6973626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1" name="Google Shape;2731;p266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2732" name="Google Shape;2732;p266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3" name="Google Shape;2733;p266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4" name="Google Shape;2734;p266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5" name="Google Shape;2735;p266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6" name="Google Shape;2736;p266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37" name="Google Shape;2737;p266"/>
          <p:cNvGrpSpPr/>
          <p:nvPr/>
        </p:nvGrpSpPr>
        <p:grpSpPr>
          <a:xfrm>
            <a:off x="587322" y="1657552"/>
            <a:ext cx="10504795" cy="4353604"/>
            <a:chOff x="880938" y="2486202"/>
            <a:chExt cx="15756404" cy="6530079"/>
          </a:xfrm>
        </p:grpSpPr>
        <p:sp>
          <p:nvSpPr>
            <p:cNvPr id="2738" name="Google Shape;2738;p266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9" name="Google Shape;2739;p266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0" name="Google Shape;2740;p266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1" name="Google Shape;2741;p266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2" name="Google Shape;2742;p266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3" name="Google Shape;2743;p266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4" name="Google Shape;2744;p266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5" name="Google Shape;2745;p266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6" name="Google Shape;2746;p266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7" name="Google Shape;2747;p266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8" name="Google Shape;2748;p266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9" name="Google Shape;2749;p266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0" name="Google Shape;2750;p266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1" name="Google Shape;2751;p266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3" name="Google Shape;2753;p266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6" name="Google Shape;2756;p266"/>
          <p:cNvSpPr/>
          <p:nvPr/>
        </p:nvSpPr>
        <p:spPr>
          <a:xfrm>
            <a:off x="5860040" y="626852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22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7" name="Google Shape;2757;p266"/>
          <p:cNvCxnSpPr>
            <a:stCxn id="2756" idx="4"/>
            <a:endCxn id="2733" idx="7"/>
          </p:cNvCxnSpPr>
          <p:nvPr/>
        </p:nvCxnSpPr>
        <p:spPr>
          <a:xfrm flipH="1">
            <a:off x="6117440" y="1199252"/>
            <a:ext cx="28800" cy="507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760" name="Google Shape;2760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763" name="Google Shape;2763;p266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4" name="Google Shape;2764;p266"/>
          <p:cNvSpPr txBox="1"/>
          <p:nvPr/>
        </p:nvSpPr>
        <p:spPr>
          <a:xfrm>
            <a:off x="135519" y="1439639"/>
            <a:ext cx="1865700" cy="492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5" name="Google Shape;2765;p266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6" name="Google Shape;2766;p266"/>
          <p:cNvSpPr txBox="1"/>
          <p:nvPr/>
        </p:nvSpPr>
        <p:spPr>
          <a:xfrm>
            <a:off x="2131470" y="891153"/>
            <a:ext cx="2435700" cy="10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sz="2100" dirty="0">
              <a:solidFill>
                <a:schemeClr val="dk1"/>
              </a:solidFill>
            </a:endParaRPr>
          </a:p>
        </p:txBody>
      </p:sp>
      <p:sp>
        <p:nvSpPr>
          <p:cNvPr id="2767" name="Google Shape;2767;p266"/>
          <p:cNvSpPr/>
          <p:nvPr/>
        </p:nvSpPr>
        <p:spPr>
          <a:xfrm>
            <a:off x="10527188" y="3863654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24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8" name="Google Shape;2768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409206" y="3696110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770" name="Google Shape;2770;p266"/>
          <p:cNvSpPr/>
          <p:nvPr/>
        </p:nvSpPr>
        <p:spPr>
          <a:xfrm>
            <a:off x="5919007" y="4589972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23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1" name="Google Shape;2771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801025" y="4422428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772" name="Google Shape;2772;p266"/>
          <p:cNvSpPr txBox="1"/>
          <p:nvPr/>
        </p:nvSpPr>
        <p:spPr>
          <a:xfrm>
            <a:off x="5381059" y="5235585"/>
            <a:ext cx="1839142" cy="58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Médias, faixas e classificação</a:t>
            </a:r>
          </a:p>
        </p:txBody>
      </p:sp>
      <p:cxnSp>
        <p:nvCxnSpPr>
          <p:cNvPr id="2773" name="Google Shape;2773;p266"/>
          <p:cNvCxnSpPr>
            <a:cxnSpLocks/>
            <a:stCxn id="2767" idx="2"/>
            <a:endCxn id="2736" idx="7"/>
          </p:cNvCxnSpPr>
          <p:nvPr/>
        </p:nvCxnSpPr>
        <p:spPr>
          <a:xfrm flipH="1">
            <a:off x="9705578" y="4149854"/>
            <a:ext cx="821610" cy="221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2773;p266">
            <a:extLst>
              <a:ext uri="{FF2B5EF4-FFF2-40B4-BE49-F238E27FC236}">
                <a16:creationId xmlns:a16="http://schemas.microsoft.com/office/drawing/2014/main" id="{78B15B8C-4C19-C458-D8F6-8DE8393AEDEE}"/>
              </a:ext>
            </a:extLst>
          </p:cNvPr>
          <p:cNvCxnSpPr>
            <a:cxnSpLocks/>
            <a:stCxn id="2746" idx="0"/>
          </p:cNvCxnSpPr>
          <p:nvPr/>
        </p:nvCxnSpPr>
        <p:spPr>
          <a:xfrm flipH="1">
            <a:off x="6393234" y="4431161"/>
            <a:ext cx="1061783" cy="36283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2772;p266">
            <a:extLst>
              <a:ext uri="{FF2B5EF4-FFF2-40B4-BE49-F238E27FC236}">
                <a16:creationId xmlns:a16="http://schemas.microsoft.com/office/drawing/2014/main" id="{8714F56A-CDBC-4383-66AD-C9F949CDECEF}"/>
              </a:ext>
            </a:extLst>
          </p:cNvPr>
          <p:cNvSpPr txBox="1"/>
          <p:nvPr/>
        </p:nvSpPr>
        <p:spPr>
          <a:xfrm>
            <a:off x="461136" y="3922715"/>
            <a:ext cx="2018821" cy="84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Programando com menu no terminal</a:t>
            </a:r>
          </a:p>
        </p:txBody>
      </p:sp>
      <p:cxnSp>
        <p:nvCxnSpPr>
          <p:cNvPr id="17" name="Google Shape;2773;p266">
            <a:extLst>
              <a:ext uri="{FF2B5EF4-FFF2-40B4-BE49-F238E27FC236}">
                <a16:creationId xmlns:a16="http://schemas.microsoft.com/office/drawing/2014/main" id="{0BAFA023-7E92-B954-1B50-13C6AD7F7AAB}"/>
              </a:ext>
            </a:extLst>
          </p:cNvPr>
          <p:cNvCxnSpPr>
            <a:cxnSpLocks/>
            <a:stCxn id="2740" idx="0"/>
            <a:endCxn id="3" idx="4"/>
          </p:cNvCxnSpPr>
          <p:nvPr/>
        </p:nvCxnSpPr>
        <p:spPr>
          <a:xfrm flipV="1">
            <a:off x="2606662" y="4033560"/>
            <a:ext cx="272" cy="1372582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2754;p266">
            <a:extLst>
              <a:ext uri="{FF2B5EF4-FFF2-40B4-BE49-F238E27FC236}">
                <a16:creationId xmlns:a16="http://schemas.microsoft.com/office/drawing/2014/main" id="{8AC27033-6F22-3CE2-A4A4-B18C9A7F3773}"/>
              </a:ext>
            </a:extLst>
          </p:cNvPr>
          <p:cNvSpPr/>
          <p:nvPr/>
        </p:nvSpPr>
        <p:spPr>
          <a:xfrm>
            <a:off x="2338884" y="3497460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21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2759;p266">
            <a:extLst>
              <a:ext uri="{FF2B5EF4-FFF2-40B4-BE49-F238E27FC236}">
                <a16:creationId xmlns:a16="http://schemas.microsoft.com/office/drawing/2014/main" id="{603CC900-40C4-927D-CC30-4782674D839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2192940" y="3344275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758;p266">
            <a:extLst>
              <a:ext uri="{FF2B5EF4-FFF2-40B4-BE49-F238E27FC236}">
                <a16:creationId xmlns:a16="http://schemas.microsoft.com/office/drawing/2014/main" id="{F8EDC520-1644-D63D-1E70-7192644745BF}"/>
              </a:ext>
            </a:extLst>
          </p:cNvPr>
          <p:cNvSpPr txBox="1"/>
          <p:nvPr/>
        </p:nvSpPr>
        <p:spPr>
          <a:xfrm>
            <a:off x="473244" y="3636888"/>
            <a:ext cx="1839142" cy="276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762;p266">
            <a:extLst>
              <a:ext uri="{FF2B5EF4-FFF2-40B4-BE49-F238E27FC236}">
                <a16:creationId xmlns:a16="http://schemas.microsoft.com/office/drawing/2014/main" id="{02BDCEF3-777D-59F2-5C92-8CDBF0D55C3F}"/>
              </a:ext>
            </a:extLst>
          </p:cNvPr>
          <p:cNvSpPr txBox="1"/>
          <p:nvPr/>
        </p:nvSpPr>
        <p:spPr>
          <a:xfrm>
            <a:off x="6510730" y="504694"/>
            <a:ext cx="2477840" cy="58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 e cadastros em memória</a:t>
            </a:r>
          </a:p>
        </p:txBody>
      </p:sp>
      <p:sp>
        <p:nvSpPr>
          <p:cNvPr id="5" name="Google Shape;2769;p266">
            <a:extLst>
              <a:ext uri="{FF2B5EF4-FFF2-40B4-BE49-F238E27FC236}">
                <a16:creationId xmlns:a16="http://schemas.microsoft.com/office/drawing/2014/main" id="{3AB5AACD-C038-5FB8-6017-F8ACDEFF0D66}"/>
              </a:ext>
            </a:extLst>
          </p:cNvPr>
          <p:cNvSpPr txBox="1"/>
          <p:nvPr/>
        </p:nvSpPr>
        <p:spPr>
          <a:xfrm>
            <a:off x="10210698" y="4529690"/>
            <a:ext cx="1765515" cy="58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Quiz e desafios no terminal</a:t>
            </a: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54891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4" name="Google Shape;3894;p341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57"/>
          <a:stretch/>
        </p:blipFill>
        <p:spPr>
          <a:xfrm rot="-573653">
            <a:off x="5678584" y="2638763"/>
            <a:ext cx="8603296" cy="4647677"/>
          </a:xfrm>
          <a:prstGeom prst="rect">
            <a:avLst/>
          </a:prstGeom>
          <a:noFill/>
          <a:ln>
            <a:noFill/>
          </a:ln>
        </p:spPr>
      </p:pic>
      <p:sp>
        <p:nvSpPr>
          <p:cNvPr id="3895" name="Google Shape;3895;p341"/>
          <p:cNvSpPr/>
          <p:nvPr/>
        </p:nvSpPr>
        <p:spPr>
          <a:xfrm rot="-3438164">
            <a:off x="10617304" y="5326466"/>
            <a:ext cx="408182" cy="408182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6" name="Google Shape;3896;p341"/>
          <p:cNvSpPr/>
          <p:nvPr/>
        </p:nvSpPr>
        <p:spPr>
          <a:xfrm>
            <a:off x="9084502" y="3402930"/>
            <a:ext cx="1317300" cy="13173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21</a:t>
            </a:r>
            <a:endParaRPr sz="4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97" name="Google Shape;3897;p341"/>
          <p:cNvCxnSpPr/>
          <p:nvPr/>
        </p:nvCxnSpPr>
        <p:spPr>
          <a:xfrm>
            <a:off x="10016903" y="4528943"/>
            <a:ext cx="634200" cy="900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98" name="Google Shape;3898;p341"/>
          <p:cNvSpPr txBox="1"/>
          <p:nvPr/>
        </p:nvSpPr>
        <p:spPr>
          <a:xfrm>
            <a:off x="3331829" y="5404743"/>
            <a:ext cx="44877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</a:t>
            </a:r>
            <a:r>
              <a:rPr lang="pt-BR" sz="1800">
                <a:latin typeface="Poppins"/>
                <a:ea typeface="Poppins"/>
                <a:cs typeface="Poppins"/>
                <a:sym typeface="Poppins"/>
              </a:rPr>
              <a:t>SISANO1C1B4S21A4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2" name="Google Shape;3902;p341"/>
          <p:cNvSpPr txBox="1"/>
          <p:nvPr/>
        </p:nvSpPr>
        <p:spPr>
          <a:xfrm>
            <a:off x="3331829" y="3203825"/>
            <a:ext cx="6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latin typeface="Poppins"/>
                <a:ea typeface="Poppins"/>
                <a:cs typeface="Poppins"/>
                <a:sym typeface="Poppins"/>
              </a:rPr>
              <a:t>Programando com menu no terminal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03" name="Google Shape;3903;p341"/>
          <p:cNvSpPr txBox="1"/>
          <p:nvPr/>
        </p:nvSpPr>
        <p:spPr>
          <a:xfrm>
            <a:off x="3331829" y="2792959"/>
            <a:ext cx="25830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4" name="Google Shape;3904;p341"/>
          <p:cNvSpPr txBox="1"/>
          <p:nvPr/>
        </p:nvSpPr>
        <p:spPr>
          <a:xfrm>
            <a:off x="3331829" y="4456412"/>
            <a:ext cx="4993021" cy="79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Aula 4: Ampliando o sistema com validação e consulta de produtos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763;p266">
            <a:extLst>
              <a:ext uri="{FF2B5EF4-FFF2-40B4-BE49-F238E27FC236}">
                <a16:creationId xmlns:a16="http://schemas.microsoft.com/office/drawing/2014/main" id="{F20ADACD-D6AC-F063-6894-60FEC50A1D63}"/>
              </a:ext>
            </a:extLst>
          </p:cNvPr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764;p266">
            <a:extLst>
              <a:ext uri="{FF2B5EF4-FFF2-40B4-BE49-F238E27FC236}">
                <a16:creationId xmlns:a16="http://schemas.microsoft.com/office/drawing/2014/main" id="{D5A97E5A-9FAC-493D-B9AB-B25EB6AAF866}"/>
              </a:ext>
            </a:extLst>
          </p:cNvPr>
          <p:cNvSpPr txBox="1"/>
          <p:nvPr/>
        </p:nvSpPr>
        <p:spPr>
          <a:xfrm>
            <a:off x="135519" y="1439639"/>
            <a:ext cx="1865700" cy="492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2765;p266">
            <a:extLst>
              <a:ext uri="{FF2B5EF4-FFF2-40B4-BE49-F238E27FC236}">
                <a16:creationId xmlns:a16="http://schemas.microsoft.com/office/drawing/2014/main" id="{DEECAC34-2950-5BB9-466F-7B456A4CDC2D}"/>
              </a:ext>
            </a:extLst>
          </p:cNvPr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766;p266">
            <a:extLst>
              <a:ext uri="{FF2B5EF4-FFF2-40B4-BE49-F238E27FC236}">
                <a16:creationId xmlns:a16="http://schemas.microsoft.com/office/drawing/2014/main" id="{7E08EB5D-BBDE-E043-B698-5408AD7EAC15}"/>
              </a:ext>
            </a:extLst>
          </p:cNvPr>
          <p:cNvSpPr txBox="1"/>
          <p:nvPr/>
        </p:nvSpPr>
        <p:spPr>
          <a:xfrm>
            <a:off x="2131470" y="891153"/>
            <a:ext cx="2435700" cy="10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sz="2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4" name="Google Shape;3914;p342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/>
              <a:t>Ampliar o mesmo programa com uma opção funcional simples (inclusão ou consulta) e o encerramento controlado do menu.</a:t>
            </a:r>
            <a:endParaRPr/>
          </a:p>
        </p:txBody>
      </p:sp>
      <p:sp>
        <p:nvSpPr>
          <p:cNvPr id="3915" name="Google Shape;3915;p342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Aplicar funções, estruturas de decisão e repetição na construção de programas com menu e fluxo de interação textual.</a:t>
            </a:r>
            <a:endParaRPr dirty="0"/>
          </a:p>
        </p:txBody>
      </p:sp>
      <p:sp>
        <p:nvSpPr>
          <p:cNvPr id="3916" name="Google Shape;3916;p342"/>
          <p:cNvSpPr txBox="1">
            <a:spLocks noGrp="1"/>
          </p:cNvSpPr>
          <p:nvPr>
            <p:ph type="body" idx="3"/>
          </p:nvPr>
        </p:nvSpPr>
        <p:spPr>
          <a:xfrm>
            <a:off x="7467375" y="342900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Persistir na decomposição de problemas em etapas menores, mantendo organização e clareza ao planejar soluções algorítmicas.</a:t>
            </a:r>
            <a:endParaRPr dirty="0"/>
          </a:p>
        </p:txBody>
      </p:sp>
      <p:sp>
        <p:nvSpPr>
          <p:cNvPr id="3917" name="Google Shape;3917;p342"/>
          <p:cNvSpPr txBox="1">
            <a:spLocks noGrp="1"/>
          </p:cNvSpPr>
          <p:nvPr>
            <p:ph type="body" idx="4"/>
          </p:nvPr>
        </p:nvSpPr>
        <p:spPr>
          <a:xfrm>
            <a:off x="1467909" y="3429000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 audiovisual para exibição de vídeos e imagens.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Caneta e caderno para anotações.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500"/>
              <a:buChar char="•"/>
            </a:pPr>
            <a:r>
              <a:rPr lang="pt-BR" dirty="0"/>
              <a:t>Computador com internet.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500"/>
              <a:buChar char="•"/>
            </a:pPr>
            <a:r>
              <a:rPr lang="pt-BR" dirty="0"/>
              <a:t>Roteiro </a:t>
            </a:r>
            <a:r>
              <a:rPr lang="pt-BR" dirty="0">
                <a:solidFill>
                  <a:schemeClr val="dk1"/>
                </a:solidFill>
              </a:rPr>
              <a:t>de Atividade Prática.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2" name="Google Shape;3922;p343"/>
          <p:cNvSpPr txBox="1"/>
          <p:nvPr/>
        </p:nvSpPr>
        <p:spPr>
          <a:xfrm>
            <a:off x="3238725" y="2968450"/>
            <a:ext cx="3466800" cy="1154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412750" lvl="0" indent="-28575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Folha da atividade ou caderno.</a:t>
            </a:r>
          </a:p>
          <a:p>
            <a:pPr marL="412750" lvl="0" indent="-28575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Caneta ou lápis.</a:t>
            </a:r>
          </a:p>
          <a:p>
            <a:pPr marL="412750" lvl="0" indent="-28575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Computador com Python instalado.</a:t>
            </a:r>
          </a:p>
        </p:txBody>
      </p:sp>
      <p:sp>
        <p:nvSpPr>
          <p:cNvPr id="3923" name="Google Shape;3923;p343"/>
          <p:cNvSpPr txBox="1"/>
          <p:nvPr/>
        </p:nvSpPr>
        <p:spPr>
          <a:xfrm>
            <a:off x="7370799" y="2891100"/>
            <a:ext cx="4179931" cy="27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200" tIns="30450" rIns="60950" bIns="30450" anchor="t" anchorCtr="0">
            <a:noAutofit/>
          </a:bodyPr>
          <a:lstStyle/>
          <a:p>
            <a:pPr marL="469900" lvl="0" indent="-34290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Abram o Roteiro de Atividade Prática.</a:t>
            </a:r>
          </a:p>
          <a:p>
            <a:pPr marL="469900" lvl="0" indent="-34290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Retomem o programa desenvolvido na aula anterior.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lvl="0" indent="-34290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Implementem a validação do preço no cadastro.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lvl="0" indent="-34290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Conectem a consulta ao menu principal.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lvl="0" indent="-34290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Testem o cadastro e a consulta de produtos.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69900" lvl="0" indent="-34290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Verifiquem se todas as funcionalidades continuam funcionando corretamente.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28" name="Google Shape;3928;p343"/>
          <p:cNvSpPr txBox="1">
            <a:spLocks noGrp="1"/>
          </p:cNvSpPr>
          <p:nvPr>
            <p:ph type="body" idx="1"/>
          </p:nvPr>
        </p:nvSpPr>
        <p:spPr>
          <a:xfrm>
            <a:off x="2857923" y="635968"/>
            <a:ext cx="8611858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7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Ampliando o sistema da Papelaria Ponto Certo</a:t>
            </a:r>
            <a:endParaRPr sz="27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7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7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29" name="Google Shape;3929;p343"/>
          <p:cNvSpPr txBox="1">
            <a:spLocks noGrp="1"/>
          </p:cNvSpPr>
          <p:nvPr>
            <p:ph type="body" idx="3"/>
          </p:nvPr>
        </p:nvSpPr>
        <p:spPr>
          <a:xfrm>
            <a:off x="760066" y="4056434"/>
            <a:ext cx="1585800" cy="305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100" b="1" dirty="0">
                <a:latin typeface="Poppins"/>
                <a:ea typeface="Poppins"/>
                <a:cs typeface="Poppins"/>
                <a:sym typeface="Poppins"/>
              </a:rPr>
              <a:t>45 minutos</a:t>
            </a:r>
            <a:endParaRPr sz="110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30" name="Google Shape;3930;p343"/>
          <p:cNvSpPr txBox="1">
            <a:spLocks noGrp="1"/>
          </p:cNvSpPr>
          <p:nvPr>
            <p:ph type="body" idx="4"/>
          </p:nvPr>
        </p:nvSpPr>
        <p:spPr>
          <a:xfrm>
            <a:off x="760066" y="5033618"/>
            <a:ext cx="1585800" cy="3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1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documento</a:t>
            </a:r>
            <a:endParaRPr sz="1100" b="1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34" name="Google Shape;3934;p343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0869" y="4056434"/>
            <a:ext cx="305151" cy="305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5" name="Google Shape;3935;p343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0869" y="5004974"/>
            <a:ext cx="309197" cy="26990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12;p61">
            <a:extLst>
              <a:ext uri="{FF2B5EF4-FFF2-40B4-BE49-F238E27FC236}">
                <a16:creationId xmlns:a16="http://schemas.microsoft.com/office/drawing/2014/main" id="{3CCB3D23-E42D-BAE4-5D85-3F5F4D242043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6342BAB-FFC7-672A-4826-D217AC9E3A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129AE7CD-0AEB-6C5C-DF11-560B635AC997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grpSp>
        <p:nvGrpSpPr>
          <p:cNvPr id="2" name="Google Shape;490;p35">
            <a:extLst>
              <a:ext uri="{FF2B5EF4-FFF2-40B4-BE49-F238E27FC236}">
                <a16:creationId xmlns:a16="http://schemas.microsoft.com/office/drawing/2014/main" id="{F9EFB3CD-6239-8481-F0D7-50A39928BDA9}"/>
              </a:ext>
            </a:extLst>
          </p:cNvPr>
          <p:cNvGrpSpPr/>
          <p:nvPr/>
        </p:nvGrpSpPr>
        <p:grpSpPr>
          <a:xfrm>
            <a:off x="450869" y="4494955"/>
            <a:ext cx="304639" cy="301465"/>
            <a:chOff x="6941066" y="2777637"/>
            <a:chExt cx="456958" cy="452197"/>
          </a:xfrm>
          <a:noFill/>
        </p:grpSpPr>
        <p:grpSp>
          <p:nvGrpSpPr>
            <p:cNvPr id="4" name="Google Shape;491;p35">
              <a:extLst>
                <a:ext uri="{FF2B5EF4-FFF2-40B4-BE49-F238E27FC236}">
                  <a16:creationId xmlns:a16="http://schemas.microsoft.com/office/drawing/2014/main" id="{566FC954-61DC-8077-80C0-0FECDF45D54B}"/>
                </a:ext>
              </a:extLst>
            </p:cNvPr>
            <p:cNvGrpSpPr/>
            <p:nvPr/>
          </p:nvGrpSpPr>
          <p:grpSpPr>
            <a:xfrm>
              <a:off x="7226665" y="3067995"/>
              <a:ext cx="171359" cy="161839"/>
              <a:chOff x="7226665" y="3067995"/>
              <a:chExt cx="171359" cy="161839"/>
            </a:xfrm>
            <a:grpFill/>
          </p:grpSpPr>
          <p:sp>
            <p:nvSpPr>
              <p:cNvPr id="17" name="Google Shape;492;p35">
                <a:extLst>
                  <a:ext uri="{FF2B5EF4-FFF2-40B4-BE49-F238E27FC236}">
                    <a16:creationId xmlns:a16="http://schemas.microsoft.com/office/drawing/2014/main" id="{0FC86BE7-01A3-734A-C9AE-4A91728370BF}"/>
                  </a:ext>
                </a:extLst>
              </p:cNvPr>
              <p:cNvSpPr/>
              <p:nvPr/>
            </p:nvSpPr>
            <p:spPr>
              <a:xfrm>
                <a:off x="7269504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493;p35">
                <a:extLst>
                  <a:ext uri="{FF2B5EF4-FFF2-40B4-BE49-F238E27FC236}">
                    <a16:creationId xmlns:a16="http://schemas.microsoft.com/office/drawing/2014/main" id="{DA80E907-5CCF-6CEC-0D9F-E1CDFC88AF20}"/>
                  </a:ext>
                </a:extLst>
              </p:cNvPr>
              <p:cNvSpPr/>
              <p:nvPr/>
            </p:nvSpPr>
            <p:spPr>
              <a:xfrm>
                <a:off x="7226665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oogle Shape;494;p35">
              <a:extLst>
                <a:ext uri="{FF2B5EF4-FFF2-40B4-BE49-F238E27FC236}">
                  <a16:creationId xmlns:a16="http://schemas.microsoft.com/office/drawing/2014/main" id="{C1F3B5CB-4CD7-363B-EDB2-9675488DBA8E}"/>
                </a:ext>
              </a:extLst>
            </p:cNvPr>
            <p:cNvGrpSpPr/>
            <p:nvPr/>
          </p:nvGrpSpPr>
          <p:grpSpPr>
            <a:xfrm>
              <a:off x="6941066" y="3067995"/>
              <a:ext cx="171359" cy="161839"/>
              <a:chOff x="6941066" y="3067995"/>
              <a:chExt cx="171359" cy="161839"/>
            </a:xfrm>
            <a:grpFill/>
          </p:grpSpPr>
          <p:sp>
            <p:nvSpPr>
              <p:cNvPr id="15" name="Google Shape;495;p35">
                <a:extLst>
                  <a:ext uri="{FF2B5EF4-FFF2-40B4-BE49-F238E27FC236}">
                    <a16:creationId xmlns:a16="http://schemas.microsoft.com/office/drawing/2014/main" id="{61877457-35C3-228A-A573-44C58E39F648}"/>
                  </a:ext>
                </a:extLst>
              </p:cNvPr>
              <p:cNvSpPr/>
              <p:nvPr/>
            </p:nvSpPr>
            <p:spPr>
              <a:xfrm>
                <a:off x="6983906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496;p35">
                <a:extLst>
                  <a:ext uri="{FF2B5EF4-FFF2-40B4-BE49-F238E27FC236}">
                    <a16:creationId xmlns:a16="http://schemas.microsoft.com/office/drawing/2014/main" id="{BC23B47D-3A50-D6B8-BCDF-D7A0DEF8513F}"/>
                  </a:ext>
                </a:extLst>
              </p:cNvPr>
              <p:cNvSpPr/>
              <p:nvPr/>
            </p:nvSpPr>
            <p:spPr>
              <a:xfrm>
                <a:off x="6941066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" name="Google Shape;497;p35">
              <a:extLst>
                <a:ext uri="{FF2B5EF4-FFF2-40B4-BE49-F238E27FC236}">
                  <a16:creationId xmlns:a16="http://schemas.microsoft.com/office/drawing/2014/main" id="{986F1AAF-4D56-49AF-ADE3-659308F798F1}"/>
                </a:ext>
              </a:extLst>
            </p:cNvPr>
            <p:cNvGrpSpPr/>
            <p:nvPr/>
          </p:nvGrpSpPr>
          <p:grpSpPr>
            <a:xfrm>
              <a:off x="7103153" y="2977080"/>
              <a:ext cx="132861" cy="96151"/>
              <a:chOff x="7103153" y="2977080"/>
              <a:chExt cx="132861" cy="96151"/>
            </a:xfrm>
            <a:grpFill/>
          </p:grpSpPr>
          <p:sp>
            <p:nvSpPr>
              <p:cNvPr id="12" name="Google Shape;498;p35">
                <a:extLst>
                  <a:ext uri="{FF2B5EF4-FFF2-40B4-BE49-F238E27FC236}">
                    <a16:creationId xmlns:a16="http://schemas.microsoft.com/office/drawing/2014/main" id="{CAD477D9-6E16-C50D-6187-41379F2C0031}"/>
                  </a:ext>
                </a:extLst>
              </p:cNvPr>
              <p:cNvSpPr/>
              <p:nvPr/>
            </p:nvSpPr>
            <p:spPr>
              <a:xfrm>
                <a:off x="7169069" y="2977080"/>
                <a:ext cx="951" cy="58071"/>
              </a:xfrm>
              <a:custGeom>
                <a:avLst/>
                <a:gdLst/>
                <a:ahLst/>
                <a:cxnLst/>
                <a:rect l="l" t="t" r="r" b="b"/>
                <a:pathLst>
                  <a:path w="951" h="58071" extrusionOk="0">
                    <a:moveTo>
                      <a:pt x="476" y="58072"/>
                    </a:moveTo>
                    <a:cubicBezTo>
                      <a:pt x="476" y="58072"/>
                      <a:pt x="0" y="57881"/>
                      <a:pt x="0" y="57596"/>
                    </a:cubicBezTo>
                    <a:lnTo>
                      <a:pt x="0" y="476"/>
                    </a:lnTo>
                    <a:cubicBezTo>
                      <a:pt x="0" y="476"/>
                      <a:pt x="190" y="0"/>
                      <a:pt x="476" y="0"/>
                    </a:cubicBezTo>
                    <a:cubicBezTo>
                      <a:pt x="761" y="0"/>
                      <a:pt x="952" y="190"/>
                      <a:pt x="952" y="476"/>
                    </a:cubicBezTo>
                    <a:lnTo>
                      <a:pt x="952" y="57596"/>
                    </a:lnTo>
                    <a:cubicBezTo>
                      <a:pt x="952" y="57596"/>
                      <a:pt x="761" y="58072"/>
                      <a:pt x="476" y="58072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499;p35">
                <a:extLst>
                  <a:ext uri="{FF2B5EF4-FFF2-40B4-BE49-F238E27FC236}">
                    <a16:creationId xmlns:a16="http://schemas.microsoft.com/office/drawing/2014/main" id="{F3CAB651-C15A-840B-E091-A2CDFA6672FD}"/>
                  </a:ext>
                </a:extLst>
              </p:cNvPr>
              <p:cNvSpPr/>
              <p:nvPr/>
            </p:nvSpPr>
            <p:spPr>
              <a:xfrm>
                <a:off x="7169145" y="3034257"/>
                <a:ext cx="66869" cy="38973"/>
              </a:xfrm>
              <a:custGeom>
                <a:avLst/>
                <a:gdLst/>
                <a:ahLst/>
                <a:cxnLst/>
                <a:rect l="l" t="t" r="r" b="b"/>
                <a:pathLst>
                  <a:path w="66869" h="38973" extrusionOk="0">
                    <a:moveTo>
                      <a:pt x="66373" y="38974"/>
                    </a:moveTo>
                    <a:cubicBezTo>
                      <a:pt x="66373" y="38974"/>
                      <a:pt x="66183" y="38974"/>
                      <a:pt x="66183" y="38974"/>
                    </a:cubicBezTo>
                    <a:lnTo>
                      <a:pt x="210" y="894"/>
                    </a:lnTo>
                    <a:cubicBezTo>
                      <a:pt x="210" y="894"/>
                      <a:pt x="-76" y="513"/>
                      <a:pt x="19" y="228"/>
                    </a:cubicBezTo>
                    <a:cubicBezTo>
                      <a:pt x="115" y="37"/>
                      <a:pt x="400" y="-58"/>
                      <a:pt x="686" y="37"/>
                    </a:cubicBezTo>
                    <a:lnTo>
                      <a:pt x="66659" y="38117"/>
                    </a:lnTo>
                    <a:cubicBezTo>
                      <a:pt x="66659" y="38117"/>
                      <a:pt x="66945" y="38498"/>
                      <a:pt x="66850" y="38784"/>
                    </a:cubicBezTo>
                    <a:cubicBezTo>
                      <a:pt x="66850" y="38974"/>
                      <a:pt x="66564" y="38974"/>
                      <a:pt x="66469" y="3897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500;p35">
                <a:extLst>
                  <a:ext uri="{FF2B5EF4-FFF2-40B4-BE49-F238E27FC236}">
                    <a16:creationId xmlns:a16="http://schemas.microsoft.com/office/drawing/2014/main" id="{1F103DAC-38E8-B1D7-FA90-26B2631727CD}"/>
                  </a:ext>
                </a:extLst>
              </p:cNvPr>
              <p:cNvSpPr/>
              <p:nvPr/>
            </p:nvSpPr>
            <p:spPr>
              <a:xfrm>
                <a:off x="7103153" y="3034295"/>
                <a:ext cx="66904" cy="38936"/>
              </a:xfrm>
              <a:custGeom>
                <a:avLst/>
                <a:gdLst/>
                <a:ahLst/>
                <a:cxnLst/>
                <a:rect l="l" t="t" r="r" b="b"/>
                <a:pathLst>
                  <a:path w="66904" h="38936" extrusionOk="0">
                    <a:moveTo>
                      <a:pt x="418" y="38937"/>
                    </a:moveTo>
                    <a:cubicBezTo>
                      <a:pt x="418" y="38937"/>
                      <a:pt x="133" y="38937"/>
                      <a:pt x="37" y="38746"/>
                    </a:cubicBezTo>
                    <a:cubicBezTo>
                      <a:pt x="-58" y="38556"/>
                      <a:pt x="37" y="38270"/>
                      <a:pt x="228" y="38080"/>
                    </a:cubicBezTo>
                    <a:lnTo>
                      <a:pt x="66201" y="0"/>
                    </a:lnTo>
                    <a:cubicBezTo>
                      <a:pt x="66201" y="0"/>
                      <a:pt x="66677" y="0"/>
                      <a:pt x="66867" y="190"/>
                    </a:cubicBezTo>
                    <a:cubicBezTo>
                      <a:pt x="66963" y="381"/>
                      <a:pt x="66867" y="666"/>
                      <a:pt x="66677" y="857"/>
                    </a:cubicBezTo>
                    <a:lnTo>
                      <a:pt x="704" y="38937"/>
                    </a:lnTo>
                    <a:cubicBezTo>
                      <a:pt x="704" y="38937"/>
                      <a:pt x="513" y="38937"/>
                      <a:pt x="513" y="38937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" name="Google Shape;501;p35">
              <a:extLst>
                <a:ext uri="{FF2B5EF4-FFF2-40B4-BE49-F238E27FC236}">
                  <a16:creationId xmlns:a16="http://schemas.microsoft.com/office/drawing/2014/main" id="{2604C4B0-4CE4-2634-C3D6-BDD3FFE9BB5E}"/>
                </a:ext>
              </a:extLst>
            </p:cNvPr>
            <p:cNvGrpSpPr/>
            <p:nvPr/>
          </p:nvGrpSpPr>
          <p:grpSpPr>
            <a:xfrm>
              <a:off x="7083865" y="2777637"/>
              <a:ext cx="171359" cy="161838"/>
              <a:chOff x="7083865" y="2777637"/>
              <a:chExt cx="171359" cy="161838"/>
            </a:xfrm>
            <a:grpFill/>
          </p:grpSpPr>
          <p:sp>
            <p:nvSpPr>
              <p:cNvPr id="10" name="Google Shape;502;p35">
                <a:extLst>
                  <a:ext uri="{FF2B5EF4-FFF2-40B4-BE49-F238E27FC236}">
                    <a16:creationId xmlns:a16="http://schemas.microsoft.com/office/drawing/2014/main" id="{75B49BBF-DBAF-85AF-0B0C-F04CD22DF4C3}"/>
                  </a:ext>
                </a:extLst>
              </p:cNvPr>
              <p:cNvSpPr/>
              <p:nvPr/>
            </p:nvSpPr>
            <p:spPr>
              <a:xfrm>
                <a:off x="7126705" y="2777637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" name="Google Shape;503;p35">
                <a:extLst>
                  <a:ext uri="{FF2B5EF4-FFF2-40B4-BE49-F238E27FC236}">
                    <a16:creationId xmlns:a16="http://schemas.microsoft.com/office/drawing/2014/main" id="{666283E3-C061-E6D9-8334-2EBB2BA260CC}"/>
                  </a:ext>
                </a:extLst>
              </p:cNvPr>
              <p:cNvSpPr/>
              <p:nvPr/>
            </p:nvSpPr>
            <p:spPr>
              <a:xfrm>
                <a:off x="7083865" y="2871884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" name="Espaço Reservado para Texto 60">
            <a:extLst>
              <a:ext uri="{FF2B5EF4-FFF2-40B4-BE49-F238E27FC236}">
                <a16:creationId xmlns:a16="http://schemas.microsoft.com/office/drawing/2014/main" id="{EF33B77B-846E-3227-A5D5-607F2FAEC7FA}"/>
              </a:ext>
            </a:extLst>
          </p:cNvPr>
          <p:cNvSpPr txBox="1">
            <a:spLocks/>
          </p:cNvSpPr>
          <p:nvPr/>
        </p:nvSpPr>
        <p:spPr>
          <a:xfrm>
            <a:off x="760066" y="4516241"/>
            <a:ext cx="118017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dirty="0">
                <a:solidFill>
                  <a:schemeClr val="tx1"/>
                </a:solidFill>
              </a:rPr>
              <a:t>Em duplas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1" name="Google Shape;3941;p344" title="diagrama (1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8601" y="291465"/>
            <a:ext cx="6861424" cy="592941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6DB561E-1B6E-8206-BBFF-54A7E20166A8}"/>
              </a:ext>
            </a:extLst>
          </p:cNvPr>
          <p:cNvSpPr txBox="1"/>
          <p:nvPr/>
        </p:nvSpPr>
        <p:spPr>
          <a:xfrm>
            <a:off x="5534025" y="6304925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latin typeface="Poppins" panose="00000500000000000000" pitchFamily="2" charset="0"/>
                <a:cs typeface="Poppins" panose="00000500000000000000" pitchFamily="2" charset="0"/>
              </a:rPr>
              <a:t>Produzido pela SEDUC-SP com apoio da ferramenta ChatGPT.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6" name="Google Shape;3946;p345"/>
          <p:cNvSpPr txBox="1">
            <a:spLocks noGrp="1"/>
          </p:cNvSpPr>
          <p:nvPr>
            <p:ph type="body" idx="1"/>
          </p:nvPr>
        </p:nvSpPr>
        <p:spPr>
          <a:xfrm>
            <a:off x="5665725" y="1512176"/>
            <a:ext cx="5740500" cy="2602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dirty="0"/>
              <a:t>Hashtag programação: listas em Python</a:t>
            </a: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/>
              <a:t>Aprenda como armazenar e consultar informações em listas – recurso utilizado para cadastrar e buscar produtos no sistema desenvolvido nesta aula.</a:t>
            </a:r>
            <a:endParaRPr sz="1800" dirty="0"/>
          </a:p>
          <a:p>
            <a:pPr marL="0" lv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dirty="0"/>
              <a:t>HASHTAG TREINAMENTOS. Listas no Python: como criar e utilizar listas. Disponível em: </a:t>
            </a:r>
            <a:r>
              <a:rPr lang="pt-BR" sz="1800" dirty="0">
                <a:hlinkClick r:id="rId3"/>
              </a:rPr>
              <a:t>https://www.hashtagtreinamentos.com/listas-no-</a:t>
            </a:r>
            <a:r>
              <a:rPr lang="pt-BR" sz="1800" dirty="0" err="1">
                <a:hlinkClick r:id="rId3"/>
              </a:rPr>
              <a:t>python</a:t>
            </a:r>
            <a:r>
              <a:rPr lang="pt-BR" sz="1800" dirty="0"/>
              <a:t>. Acesso em: 17 ago. 2026.</a:t>
            </a: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800"/>
              <a:buFont typeface="Poppins"/>
              <a:buNone/>
            </a:pPr>
            <a:endParaRPr sz="1800" b="1" dirty="0"/>
          </a:p>
        </p:txBody>
      </p:sp>
      <p:sp>
        <p:nvSpPr>
          <p:cNvPr id="3947" name="Google Shape;3947;p345"/>
          <p:cNvSpPr txBox="1"/>
          <p:nvPr/>
        </p:nvSpPr>
        <p:spPr>
          <a:xfrm>
            <a:off x="1024125" y="1786467"/>
            <a:ext cx="318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endParaRPr sz="4000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" name="Google Shape;3952;p346"/>
          <p:cNvSpPr txBox="1">
            <a:spLocks noGrp="1"/>
          </p:cNvSpPr>
          <p:nvPr>
            <p:ph type="body" idx="1"/>
          </p:nvPr>
        </p:nvSpPr>
        <p:spPr>
          <a:xfrm>
            <a:off x="555150" y="1606550"/>
            <a:ext cx="11081700" cy="182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/>
              <a:t>HASHTAG TERINAMENTOS. Como criar e manipular Listas no Python [Guia Prático]. Disponível em: </a:t>
            </a:r>
            <a:r>
              <a:rPr lang="pt-BR" sz="1800" u="sng" dirty="0">
                <a:solidFill>
                  <a:schemeClr val="hlink"/>
                </a:solidFill>
                <a:hlinkClick r:id="rId3"/>
              </a:rPr>
              <a:t>https://www.hashtagtreinamentos.com/listas-no-</a:t>
            </a:r>
            <a:r>
              <a:rPr lang="pt-BR" sz="1800" u="sng" dirty="0" err="1">
                <a:solidFill>
                  <a:schemeClr val="hlink"/>
                </a:solidFill>
                <a:hlinkClick r:id="rId3"/>
              </a:rPr>
              <a:t>python</a:t>
            </a:r>
            <a:r>
              <a:rPr lang="pt-BR" sz="1800" dirty="0"/>
              <a:t>. Acesso em: 17 ago. 2026.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/>
              <a:t>PYTHON SOFTWARE FOUNDATION. 4. Mais ferramentas de controle de fluxo. Documentação Python 3, [s.d.]. Disponível em:</a:t>
            </a:r>
            <a:r>
              <a:rPr lang="pt-BR" sz="1800" dirty="0">
                <a:uFill>
                  <a:noFill/>
                </a:uFill>
                <a:hlinkClick r:id="rId4"/>
              </a:rPr>
              <a:t> </a:t>
            </a:r>
            <a:r>
              <a:rPr lang="pt-BR" sz="1800" u="sng" dirty="0">
                <a:solidFill>
                  <a:schemeClr val="hlink"/>
                </a:solidFill>
                <a:hlinkClick r:id="rId4"/>
              </a:rPr>
              <a:t>https://docs.python.org/</a:t>
            </a:r>
            <a:r>
              <a:rPr lang="pt-BR" sz="1800" u="sng" dirty="0" err="1">
                <a:solidFill>
                  <a:schemeClr val="hlink"/>
                </a:solidFill>
                <a:hlinkClick r:id="rId4"/>
              </a:rPr>
              <a:t>pt-br</a:t>
            </a:r>
            <a:r>
              <a:rPr lang="pt-BR" sz="1800" u="sng" dirty="0">
                <a:solidFill>
                  <a:schemeClr val="hlink"/>
                </a:solidFill>
                <a:hlinkClick r:id="rId4"/>
              </a:rPr>
              <a:t>/3/tutorial/controlflow.html</a:t>
            </a:r>
            <a:r>
              <a:rPr lang="pt-BR" sz="1800" dirty="0"/>
              <a:t>. Acesso em: 17 ago. 2026.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pt-BR" sz="1800" dirty="0"/>
              <a:t>Identidade visual: imagens © Getty Images</a:t>
            </a:r>
            <a:endParaRPr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9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4" name="Google Shape;3964;p348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5" name="Google Shape;3965;p348"/>
          <p:cNvSpPr txBox="1"/>
          <p:nvPr/>
        </p:nvSpPr>
        <p:spPr>
          <a:xfrm>
            <a:off x="993153" y="798425"/>
            <a:ext cx="7869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dirty="0"/>
          </a:p>
        </p:txBody>
      </p:sp>
      <p:sp>
        <p:nvSpPr>
          <p:cNvPr id="3966" name="Google Shape;3966;p348"/>
          <p:cNvSpPr txBox="1"/>
          <p:nvPr/>
        </p:nvSpPr>
        <p:spPr>
          <a:xfrm>
            <a:off x="985520" y="1372059"/>
            <a:ext cx="10251300" cy="3139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tilize o roteiro de atividade prática para conduzir o desenvolvimento da aula. Oriente os estudantes a ampliarem o programa construído na aula anterior, implementando a validação do preço, integrando a consulta de produtos ao menu e realizando os testes propostos. Incentive a execução do programa após cada etapa para verificar seu funcionamento.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45 minutos.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acompanhe o andamento da atividade, verificando se todos os estudantes utilizam o programa desenvolvido na Aula 3 como ponto de partida. Incentive a programação em pares quando necessário e estimule os grupos a testar diferentes cenários antes de solicitar ajuda.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siga a sequência proposta no Roteiro de Atividade Prática, conduzindo inicialmente a implementação da validação do preço e, em seguida, a integração da consulta ao menu principal;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durante a atividade, circule pela sala para esclarecer dúvidas e incentive os estudantes a testarem produtos existentes e inexistentes, analisando o comportamento do programa em cada situação;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ao final, oriente a realização do registro no AVA previsto no roteiro.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Expectativas de respostas: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espera-se que os estudantes implementem corretamente a validação do preço, integrem a consulta de produtos ao menu e realizem os testes previstos. Ao final da atividade, devem reconhecer que a organização em funções, aliada às estruturas de decisão e repetição, permite ampliar um programa existente de forma organizada e confiável, sintetizando essa evolução no registro realizado no AVA.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967" name="Google Shape;3967;p348"/>
          <p:cNvCxnSpPr>
            <a:cxnSpLocks/>
          </p:cNvCxnSpPr>
          <p:nvPr/>
        </p:nvCxnSpPr>
        <p:spPr>
          <a:xfrm flipV="1">
            <a:off x="685795" y="1041179"/>
            <a:ext cx="0" cy="423874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969" name="Google Shape;3969;p348"/>
          <p:cNvGrpSpPr/>
          <p:nvPr/>
        </p:nvGrpSpPr>
        <p:grpSpPr>
          <a:xfrm>
            <a:off x="497841" y="1318604"/>
            <a:ext cx="386100" cy="382500"/>
            <a:chOff x="497841" y="1318604"/>
            <a:chExt cx="386100" cy="382500"/>
          </a:xfrm>
        </p:grpSpPr>
        <p:sp>
          <p:nvSpPr>
            <p:cNvPr id="3970" name="Google Shape;3970;p348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1" name="Google Shape;3971;p348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72" name="Google Shape;3972;p348"/>
          <p:cNvGrpSpPr/>
          <p:nvPr/>
        </p:nvGrpSpPr>
        <p:grpSpPr>
          <a:xfrm>
            <a:off x="497841" y="2393679"/>
            <a:ext cx="386100" cy="382500"/>
            <a:chOff x="497841" y="2265726"/>
            <a:chExt cx="386100" cy="382500"/>
          </a:xfrm>
        </p:grpSpPr>
        <p:sp>
          <p:nvSpPr>
            <p:cNvPr id="3973" name="Google Shape;3973;p348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4" name="Google Shape;3974;p348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75" name="Google Shape;3975;p348"/>
          <p:cNvGrpSpPr/>
          <p:nvPr/>
        </p:nvGrpSpPr>
        <p:grpSpPr>
          <a:xfrm>
            <a:off x="497841" y="1892178"/>
            <a:ext cx="386100" cy="382500"/>
            <a:chOff x="497841" y="1802325"/>
            <a:chExt cx="386100" cy="382500"/>
          </a:xfrm>
        </p:grpSpPr>
        <p:sp>
          <p:nvSpPr>
            <p:cNvPr id="3976" name="Google Shape;3976;p348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77" name="Google Shape;3977;p34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78" name="Google Shape;3978;p348"/>
          <p:cNvGrpSpPr/>
          <p:nvPr/>
        </p:nvGrpSpPr>
        <p:grpSpPr>
          <a:xfrm>
            <a:off x="497841" y="2871994"/>
            <a:ext cx="386100" cy="382500"/>
            <a:chOff x="497841" y="3037886"/>
            <a:chExt cx="386100" cy="382500"/>
          </a:xfrm>
        </p:grpSpPr>
        <p:sp>
          <p:nvSpPr>
            <p:cNvPr id="3979" name="Google Shape;3979;p348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80" name="Google Shape;3980;p34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81" name="Google Shape;3981;p348"/>
          <p:cNvGrpSpPr/>
          <p:nvPr/>
        </p:nvGrpSpPr>
        <p:grpSpPr>
          <a:xfrm>
            <a:off x="492741" y="3899495"/>
            <a:ext cx="386100" cy="382500"/>
            <a:chOff x="497841" y="3801694"/>
            <a:chExt cx="386100" cy="382500"/>
          </a:xfrm>
        </p:grpSpPr>
        <p:sp>
          <p:nvSpPr>
            <p:cNvPr id="3982" name="Google Shape;3982;p348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68" name="Google Shape;3968;p348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8" name="Google Shape;3988;p349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9" name="Google Shape;3989;p349"/>
          <p:cNvSpPr txBox="1"/>
          <p:nvPr/>
        </p:nvSpPr>
        <p:spPr>
          <a:xfrm>
            <a:off x="985527" y="795750"/>
            <a:ext cx="85605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7</a:t>
            </a: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0" name="Google Shape;3990;p349"/>
          <p:cNvSpPr txBox="1"/>
          <p:nvPr/>
        </p:nvSpPr>
        <p:spPr>
          <a:xfrm>
            <a:off x="985519" y="1352395"/>
            <a:ext cx="10783800" cy="3139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seção 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nós aprendemos hoje?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 o objetivo de reforçar e esclarecer os principais conceitos discutidos, incentivando os estudantes a recordarem e articularem os principais pontos da aula.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 minutos.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mantenha um tom positivo e construtivo, reforçando o aprendizado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;</a:t>
            </a:r>
            <a:endParaRPr lang="pt-BR"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seja direto e objetivo nas explicações para manter a atividade dentro do tempo estipulado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;</a:t>
            </a:r>
            <a:endParaRPr lang="pt-BR"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gaje os estudantes rapidamente, pedindo confirmações ou reações breves às definições apresentadas.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explique aos estudantes que esse é um momento de reflexão e esclarecimento sobre os conceitos abordados na aula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;</a:t>
            </a:r>
            <a:endParaRPr lang="pt-BR"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informe que será feita uma rápida revisão para assegurar o entendimento correto das definições e dos conceitos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;</a:t>
            </a:r>
            <a:endParaRPr lang="pt-BR"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apresente o slide com os principais tópicos da aula. E retome rapidamente os conceitos representados no esquema, reiterando a importância de cada um deles e como eles se encaixam no contexto maior da aula e na vida profissional.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Expectativas de respostas: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estudantes devem sair da aula com um entendimento claro e preciso dos conceitos principais.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991" name="Google Shape;3991;p349"/>
          <p:cNvCxnSpPr>
            <a:cxnSpLocks/>
          </p:cNvCxnSpPr>
          <p:nvPr/>
        </p:nvCxnSpPr>
        <p:spPr>
          <a:xfrm flipV="1">
            <a:off x="689683" y="973415"/>
            <a:ext cx="0" cy="343666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993" name="Google Shape;3993;p349"/>
          <p:cNvGrpSpPr/>
          <p:nvPr/>
        </p:nvGrpSpPr>
        <p:grpSpPr>
          <a:xfrm>
            <a:off x="496633" y="1318604"/>
            <a:ext cx="386100" cy="382500"/>
            <a:chOff x="497841" y="1318604"/>
            <a:chExt cx="386100" cy="382500"/>
          </a:xfrm>
        </p:grpSpPr>
        <p:sp>
          <p:nvSpPr>
            <p:cNvPr id="3994" name="Google Shape;3994;p349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5" name="Google Shape;3995;p349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6" name="Google Shape;3996;p349"/>
          <p:cNvGrpSpPr/>
          <p:nvPr/>
        </p:nvGrpSpPr>
        <p:grpSpPr>
          <a:xfrm>
            <a:off x="496633" y="2224793"/>
            <a:ext cx="386100" cy="382500"/>
            <a:chOff x="497841" y="2265726"/>
            <a:chExt cx="386100" cy="382500"/>
          </a:xfrm>
        </p:grpSpPr>
        <p:sp>
          <p:nvSpPr>
            <p:cNvPr id="3997" name="Google Shape;3997;p349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8" name="Google Shape;3998;p349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9" name="Google Shape;3999;p349"/>
          <p:cNvGrpSpPr/>
          <p:nvPr/>
        </p:nvGrpSpPr>
        <p:grpSpPr>
          <a:xfrm>
            <a:off x="496633" y="2933111"/>
            <a:ext cx="386100" cy="382500"/>
            <a:chOff x="497841" y="3037886"/>
            <a:chExt cx="386100" cy="382500"/>
          </a:xfrm>
        </p:grpSpPr>
        <p:sp>
          <p:nvSpPr>
            <p:cNvPr id="4000" name="Google Shape;4000;p349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01" name="Google Shape;4001;p349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02" name="Google Shape;4002;p349"/>
          <p:cNvGrpSpPr/>
          <p:nvPr/>
        </p:nvGrpSpPr>
        <p:grpSpPr>
          <a:xfrm>
            <a:off x="496633" y="3820744"/>
            <a:ext cx="386100" cy="382500"/>
            <a:chOff x="497841" y="3801694"/>
            <a:chExt cx="386100" cy="382500"/>
          </a:xfrm>
        </p:grpSpPr>
        <p:sp>
          <p:nvSpPr>
            <p:cNvPr id="4003" name="Google Shape;4003;p349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92" name="Google Shape;3992;p349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04" name="Google Shape;4004;p349"/>
          <p:cNvGrpSpPr/>
          <p:nvPr/>
        </p:nvGrpSpPr>
        <p:grpSpPr>
          <a:xfrm>
            <a:off x="496633" y="1764225"/>
            <a:ext cx="386100" cy="382500"/>
            <a:chOff x="497841" y="1802325"/>
            <a:chExt cx="386100" cy="382500"/>
          </a:xfrm>
        </p:grpSpPr>
        <p:sp>
          <p:nvSpPr>
            <p:cNvPr id="4005" name="Google Shape;4005;p349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06" name="Google Shape;4006;p34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07" name="Google Shape;4007;p349"/>
          <p:cNvSpPr/>
          <p:nvPr/>
        </p:nvSpPr>
        <p:spPr>
          <a:xfrm>
            <a:off x="0" y="47479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8" name="Google Shape;4008;p349"/>
          <p:cNvSpPr txBox="1"/>
          <p:nvPr/>
        </p:nvSpPr>
        <p:spPr>
          <a:xfrm>
            <a:off x="985520" y="4758152"/>
            <a:ext cx="5923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8</a:t>
            </a: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09" name="Google Shape;4009;p349"/>
          <p:cNvCxnSpPr>
            <a:cxnSpLocks/>
          </p:cNvCxnSpPr>
          <p:nvPr/>
        </p:nvCxnSpPr>
        <p:spPr>
          <a:xfrm flipV="1">
            <a:off x="690883" y="4998614"/>
            <a:ext cx="0" cy="157363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011" name="Google Shape;4011;p349"/>
          <p:cNvSpPr/>
          <p:nvPr/>
        </p:nvSpPr>
        <p:spPr>
          <a:xfrm>
            <a:off x="496633" y="528100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2" name="Google Shape;4012;p349"/>
          <p:cNvSpPr/>
          <p:nvPr/>
        </p:nvSpPr>
        <p:spPr>
          <a:xfrm>
            <a:off x="570811" y="5379560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3" name="Google Shape;4013;p349"/>
          <p:cNvSpPr txBox="1"/>
          <p:nvPr/>
        </p:nvSpPr>
        <p:spPr>
          <a:xfrm>
            <a:off x="985525" y="5314800"/>
            <a:ext cx="8988300" cy="907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seção 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Saiba mais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apresenta recursos extraclasse para que os estudantes complementem sua formação. Incentive-os a continuarem explorando o tema da aula.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minutos.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10" name="Google Shape;4010;p349"/>
          <p:cNvSpPr/>
          <p:nvPr/>
        </p:nvSpPr>
        <p:spPr>
          <a:xfrm>
            <a:off x="496633" y="581971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4" name="Google Shape;4014;p3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2461" y="5913420"/>
            <a:ext cx="154445" cy="193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1754</TotalTime>
  <Words>927</Words>
  <Application>Microsoft Office PowerPoint</Application>
  <PresentationFormat>Ecrã Panorâmico</PresentationFormat>
  <Paragraphs>99</Paragraphs>
  <Slides>13</Slides>
  <Notes>13</Notes>
  <HiddenSlides>3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dos diapositivos</vt:lpstr>
      </vt:variant>
      <vt:variant>
        <vt:i4>13</vt:i4>
      </vt:variant>
    </vt:vector>
  </HeadingPairs>
  <TitlesOfParts>
    <vt:vector size="21" baseType="lpstr">
      <vt:lpstr>Poppins</vt:lpstr>
      <vt:lpstr>Arial</vt:lpstr>
      <vt:lpstr>Poppins Medium</vt:lpstr>
      <vt:lpstr>Calibri</vt:lpstr>
      <vt:lpstr>Poppins Light</vt:lpstr>
      <vt:lpstr>Office Theme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Manuela Buk de Araujo</dc:creator>
  <cp:lastModifiedBy>Gustavo Henrique da Silva Oliveira</cp:lastModifiedBy>
  <cp:revision>30</cp:revision>
  <dcterms:modified xsi:type="dcterms:W3CDTF">2026-08-31T19:42:42Z</dcterms:modified>
</cp:coreProperties>
</file>