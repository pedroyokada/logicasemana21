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2.xml" ContentType="application/vnd.openxmlformats-officedocument.theme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theme/theme3.xml" ContentType="application/vnd.openxmlformats-officedocument.theme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09" r:id="rId3"/>
    <p:sldMasterId id="2147483910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343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9144000"/>
  <p:embeddedFontLs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Poppins Light" panose="00000400000000000000" pitchFamily="2" charset="0"/>
      <p:regular r:id="rId37"/>
      <p:bold r:id="rId38"/>
      <p:italic r:id="rId39"/>
      <p:boldItalic r:id="rId40"/>
    </p:embeddedFont>
    <p:embeddedFont>
      <p:font typeface="Poppins Medium" panose="000006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1" id="{896BEB46-574F-4D86-B0C3-D3BDB3A4700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343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B7B953-1DF4-8E25-2FD7-461A6661F625}" name="user" initials="u" userId="user" providerId="None"/>
  <p188:author id="{5AA0A968-BEAC-3578-99DE-8E24331D5246}" name="Yasmin Aquino" initials="YA" userId="S::yasmin.aquino@vanzolini-ead.org.br::762970ba-864f-4cc2-a808-be1e8c01dea3" providerId="AD"/>
  <p188:author id="{377AEB95-F34C-FEB2-A03E-D3DA85656470}" name="Izabella Saadi Cerutti" initials="IS" userId="4295702eb40843b9" providerId="Windows Live"/>
  <p188:author id="{4BD3CBB0-6750-1FDD-67D3-2ACB669506AF}" name="Soraia Novaes" initials="SN" userId="S::soraia.novaes@apoiofde.sp.gov.br::f517fece-32b1-4449-a5a1-33836cdfbea7" providerId="AD"/>
  <p188:author id="{323E71DD-2DD6-0498-FA2F-F91E6C9039EE}" name="Manuela Buk de Araujo" initials="MB" userId="0af21dece6336a9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4" name="Google Shape;27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2715" name="Google Shape;27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9" name="Google Shape;27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8" name="Google Shape;2728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9" name="Google Shape;2729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7" name="Google Shape;27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Google Shape;279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6" name="Google Shape;27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g3ee235a11d4_0_43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5" name="Google Shape;2805;g3ee235a11d4_0_4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Google Shape;2827;g3ee235a11d4_0_4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8" name="Google Shape;2828;g3ee235a11d4_0_43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9" name="Google Shape;2829;g3ee235a11d4_0_43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g3f62be24d6d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3" name="Google Shape;2843;g3f62be24d6d_0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4" name="Google Shape;2844;g3f62be24d6d_0_3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Google Shape;2852;g3f62be24d6d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3" name="Google Shape;2853;g3f62be24d6d_0_3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4" name="Google Shape;2854;g3f62be24d6d_0_3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g3f3bd26d66e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2" name="Google Shape;2862;g3f3bd26d66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g3f6172b20c7_0_3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1" name="Google Shape;2881;g3f6172b20c7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Google Shape;2903;g3f62be24d6d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4" name="Google Shape;2904;g3f62be24d6d_0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5" name="Google Shape;2905;g3f62be24d6d_0_3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g3f62be24d6d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5" name="Google Shape;2915;g3f62be24d6d_0_3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6" name="Google Shape;2916;g3f62be24d6d_0_3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g3f6480294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2" name="Google Shape;2922;g3f64802940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3" name="Google Shape;2923;g3f64802940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g3ee235a11d4_0_44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1" name="Google Shape;2931;g3ee235a11d4_0_4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949;g3f68a4ec358_0_10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0" name="Google Shape;2950;g3f68a4ec358_0_10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g3ee235a11d4_0_44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2962" name="Google Shape;2962;g3ee235a11d4_0_4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7" name="Google Shape;2967;g3ee235a11d4_0_44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8" name="Google Shape;2968;g3ee235a11d4_0_4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g3ee235a11d4_0_44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4" name="Google Shape;2974;g3ee235a11d4_0_4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g3ee235a11d4_0_4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0" name="Google Shape;2980;g3ee235a11d4_0_44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2981" name="Google Shape;2981;g3ee235a11d4_0_44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3ee235a11d4_0_4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5" name="Google Shape;2985;g3ee235a11d4_0_44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2986" name="Google Shape;2986;g3ee235a11d4_0_44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g3f33445703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6" name="Google Shape;3006;g3f334457031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007" name="Google Shape;3007;g3f334457031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g3ee235a11d4_0_4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7" name="Google Shape;3027;g3ee235a11d4_0_45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028" name="Google Shape;3028;g3ee235a11d4_0_45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g3ee235a11d4_0_4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3" name="Google Shape;3043;g3ee235a11d4_0_45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044" name="Google Shape;3044;g3ee235a11d4_0_45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Google Shape;3066;g3ee235a11d4_0_4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7" name="Google Shape;3067;g3ee235a11d4_0_4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068" name="Google Shape;3068;g3ee235a11d4_0_4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9" name="Google Shape;309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100" name="Google Shape;3100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6.png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9.png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28809" y="885957"/>
            <a:ext cx="408409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957148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0757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386992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9467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500759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166078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5766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6558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5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4" name="Google Shape;684;p6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6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0" name="Google Shape;690;p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7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7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67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67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7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52" name="Google Shape;952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5" name="Google Shape;955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0" name="Google Shape;960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5" name="Google Shape;965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6" name="Google Shape;966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8" name="Google Shape;968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4" name="Google Shape;974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8" name="Google Shape;978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9" name="Google Shape;979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3" name="Google Shape;983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4" name="Google Shape;984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9" name="Google Shape;989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3" name="Google Shape;993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4" name="Google Shape;994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8" name="Google Shape;998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9" name="Google Shape;999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Google Shape;1002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4" name="Google Shape;1004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8" name="Google Shape;1008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9" name="Google Shape;1009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3" name="Google Shape;1013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4" name="Google Shape;1014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5" name="Google Shape;1015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6" name="Google Shape;1016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1" name="Google Shape;1021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5" name="Google Shape;1025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6" name="Google Shape;1026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30" name="Google Shape;1030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1" name="Google Shape;1031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2" name="Google Shape;1032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3" name="Google Shape;1033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Google Shape;1036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8" name="Google Shape;1038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2" name="Google Shape;1042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3" name="Google Shape;1043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7" name="Google Shape;1047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" name="Google Shape;1048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9" name="Google Shape;1049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50" name="Google Shape;1050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8" name="Google Shape;1058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9" name="Google Shape;1059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60" name="Google Shape;1060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1" name="Google Shape;1061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2" name="Google Shape;1062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3" name="Google Shape;1063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8" name="Google Shape;1068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Google Shape;1071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5" name="Google Shape;1075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1" name="Google Shape;1081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3" name="Google Shape;1083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5" name="Google Shape;1085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8" name="Google Shape;1088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2" name="Google Shape;1092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3" name="Google Shape;1093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9" name="Google Shape;1099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1" name="Google Shape;1101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8" name="Google Shape;1108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9" name="Google Shape;1109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7" name="Google Shape;1117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5" name="Google Shape;1125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" name="Google Shape;1128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4" name="Google Shape;1134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8" name="Google Shape;1138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6" name="Google Shape;1146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0" name="Google Shape;1150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5" name="Google Shape;1155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7" name="Google Shape;1157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2" name="Google Shape;1162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7" name="Google Shape;1167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2" name="Google Shape;1172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7" name="Google Shape;1177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9" name="Google Shape;1179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80" name="Google Shape;1180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4" name="Google Shape;1184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5" name="Google Shape;1185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7" name="Google Shape;1207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12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0" name="Google Shape;1210;p12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1" name="Google Shape;1211;p12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2" name="Google Shape;1212;p12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2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22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6" name="Google Shape;1216;p122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7" name="Google Shape;1217;p122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/>
          </a:p>
        </p:txBody>
      </p:sp>
      <p:sp>
        <p:nvSpPr>
          <p:cNvPr id="1218" name="Google Shape;1218;p122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/>
          </a:p>
        </p:txBody>
      </p:sp>
      <p:sp>
        <p:nvSpPr>
          <p:cNvPr id="1219" name="Google Shape;1219;p122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0" name="Google Shape;1220;p122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1" name="Google Shape;1221;p122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2" name="Google Shape;1222;p122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3" name="Google Shape;1223;p122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4" name="Google Shape;1224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22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6" name="Google Shape;1226;p122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7" name="Google Shape;1227;p122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122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9" name="Google Shape;1229;p1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2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12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1235" name="Google Shape;1235;p12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1236" name="Google Shape;1236;p12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1237" name="Google Shape;1237;p12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1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0" name="Google Shape;1240;p124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241" name="Google Shape;1241;p12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2" name="Google Shape;1242;p124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3" name="Google Shape;1243;p124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4" name="Google Shape;1244;p1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5" name="Google Shape;1245;p124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246" name="Google Shape;1246;p124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24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8" name="Google Shape;1248;p124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9" name="Google Shape;1249;p124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0" name="Google Shape;1250;p12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2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2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_Layout Personalizado"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5" name="Google Shape;1255;p12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6" name="Google Shape;1256;p12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2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2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9" name="Google Shape;1259;p12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25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126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2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12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6" name="Google Shape;1266;p12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67" name="Google Shape;1267;p12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68" name="Google Shape;1268;p12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69" name="Google Shape;1269;p12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70" name="Google Shape;1270;p12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12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2" name="Google Shape;1272;p12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3" name="Google Shape;1273;p12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4" name="Google Shape;1274;p12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12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6" name="Google Shape;1276;p12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7" name="Google Shape;1277;p12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78" name="Google Shape;1278;p12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2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1" name="Google Shape;1281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12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27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27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5" name="Google Shape;1285;p127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86" name="Google Shape;1286;p127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87" name="Google Shape;1287;p127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8" name="Google Shape;1288;p127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9" name="Google Shape;1289;p127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0" name="Google Shape;1290;p127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1" name="Google Shape;1291;p127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7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3" name="Google Shape;1293;p127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4" name="Google Shape;1294;p127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5" name="Google Shape;1295;p127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6" name="Google Shape;1296;p127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97" name="Google Shape;1297;p12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1_1. Conteudo"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9" name="Google Shape;1299;p12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0" name="Google Shape;1300;p12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1" name="Google Shape;1301;p12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12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12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4" name="Google Shape;1304;p12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5" name="Google Shape;1305;p12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12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1307" name="Google Shape;1307;p12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8" name="Google Shape;1308;p12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9" name="Google Shape;1309;p12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0" name="Google Shape;1310;p12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11" name="Google Shape;1311;p12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312" name="Google Shape;1312;p1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3" name="Google Shape;1313;p12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4" name="Google Shape;1314;p12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5" name="Google Shape;1315;p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2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12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9" name="Google Shape;1319;p12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320" name="Google Shape;1320;p12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321" name="Google Shape;1321;p12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12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3" name="Google Shape;1323;p12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2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12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6" name="Google Shape;1326;p12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7" name="Google Shape;1327;p1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2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9" name="Google Shape;1329;p12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330" name="Google Shape;1330;p12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1" name="Google Shape;1331;p12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332" name="Google Shape;1332;p12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2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2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2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2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2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8" name="Google Shape;1338;p12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12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0" name="Google Shape;1340;p12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341" name="Google Shape;1341;p12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342" name="Google Shape;1342;p12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2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12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5" name="Google Shape;1345;p12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12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1. Conteudo"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2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9" name="Google Shape;1349;p12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0" name="Google Shape;1350;p12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1" name="Google Shape;1351;p12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2" name="Google Shape;1352;p12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3" name="Google Shape;1353;p12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12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Conteudo"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6" name="Google Shape;1356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13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3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3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130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1" name="Google Shape;1361;p13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13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13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3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3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131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9" name="Google Shape;1369;p131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0" name="Google Shape;1370;p13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13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2"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3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13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13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13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13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0" name="Google Shape;1380;p13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81" name="Google Shape;1381;p13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13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3"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3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3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3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133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9" name="Google Shape;1389;p133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0" name="Google Shape;1390;p133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33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2" name="Google Shape;1392;p13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13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4"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3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13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3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13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00" name="Google Shape;1400;p13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1" name="Google Shape;1401;p13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2" name="Google Shape;1402;p13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13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5"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1405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13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3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3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135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0" name="Google Shape;1410;p135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1" name="Google Shape;1411;p13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13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6"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3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13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13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13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9" name="Google Shape;1419;p13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0" name="Google Shape;1420;p13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13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2_Linha do Tempo1"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3" name="Google Shape;1423;p137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4" name="Google Shape;1424;p137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5" name="Google Shape;1425;p137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426" name="Google Shape;1426;p137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7" name="Google Shape;1427;p137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8" name="Google Shape;1428;p137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29" name="Google Shape;1429;p137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30" name="Google Shape;1430;p137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p13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5" name="Google Shape;1435;p13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6" name="Google Shape;1436;p13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7" name="Google Shape;1437;p13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8" name="Google Shape;1438;p13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9" name="Google Shape;1439;p13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0" name="Google Shape;1440;p13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13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39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6" name="Google Shape;1446;p139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7" name="Google Shape;1447;p139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8" name="Google Shape;1448;p139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9" name="Google Shape;1449;p139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0" name="Google Shape;1450;p139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1" name="Google Shape;1451;p139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2" name="Google Shape;1452;p13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13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40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8" name="Google Shape;1458;p140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9" name="Google Shape;1459;p140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0" name="Google Shape;1460;p140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1" name="Google Shape;1461;p140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2" name="Google Shape;1462;p140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3" name="Google Shape;1463;p140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4" name="Google Shape;1464;p14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14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41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0" name="Google Shape;1470;p141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1" name="Google Shape;1471;p141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2" name="Google Shape;1472;p141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3" name="Google Shape;1473;p141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4" name="Google Shape;1474;p141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5" name="Google Shape;1475;p14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41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Atividade"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43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143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3" name="Google Shape;1483;p143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4" name="Google Shape;1484;p143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143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 2"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1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8" name="Google Shape;1488;p144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1489" name="Google Shape;1489;p14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4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4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2" name="Google Shape;1492;p144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3" name="Google Shape;1493;p144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1_Atividade_Resposta"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4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7" name="Google Shape;1497;p14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8" name="Google Shape;1498;p14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9" name="Google Shape;1499;p14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1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14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3" name="Google Shape;1503;p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14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5" name="Google Shape;1505;p14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6" name="Google Shape;1506;p14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7" name="Google Shape;1507;p14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8" name="Google Shape;1508;p14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9" name="Google Shape;1509;p14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0" name="Google Shape;1510;p14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1_Atividade_embranco"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13" name="Google Shape;1513;p148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" name="Google Shape;1515;p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49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7" name="Google Shape;1517;p149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14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50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150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150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3" name="Google Shape;1523;p150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4" name="Google Shape;1524;p150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150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1526" name="Google Shape;1526;p150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27" name="Google Shape;1527;p150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1528" name="Google Shape;1528;p150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29" name="Google Shape;1529;p150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1530" name="Google Shape;1530;p150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31" name="Google Shape;1531;p150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1532" name="Google Shape;1532;p150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33" name="Google Shape;1533;p150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4" name="Google Shape;1534;p150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5" name="Google Shape;1535;p150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6" name="Google Shape;1536;p150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7" name="Google Shape;1537;p15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15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Google Shape;1540;p1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51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151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3" name="Google Shape;1543;p151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1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152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7" name="Google Shape;1547;p152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48" name="Google Shape;1548;p152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9" name="Google Shape;1549;p152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50" name="Google Shape;1550;p152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51" name="Google Shape;1551;p152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152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152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152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152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152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8" name="Google Shape;1558;p1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153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60" name="Google Shape;1560;p153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61" name="Google Shape;1561;p153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62" name="Google Shape;1562;p153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/>
          </a:p>
        </p:txBody>
      </p:sp>
      <p:sp>
        <p:nvSpPr>
          <p:cNvPr id="1563" name="Google Shape;1563;p153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153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3_Atividade_Seminario"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" name="Google Shape;1566;p1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54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69" name="Google Shape;1569;p154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Google Shape;1571;p1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1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15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4" name="Google Shape;1574;p1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1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7" name="Google Shape;1577;p1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5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0" name="Google Shape;1580;p15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1" name="Google Shape;1581;p15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2" name="Google Shape;1582;p1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5" name="Google Shape;1585;p1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1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7" name="Google Shape;1587;p15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88" name="Google Shape;1588;p15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89" name="Google Shape;1589;p15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90" name="Google Shape;1590;p15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1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1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Google Shape;1594;p1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1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6" name="Google Shape;1596;p15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97" name="Google Shape;1597;p15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8" name="Google Shape;1598;p15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9" name="Google Shape;1599;p15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00" name="Google Shape;1600;p15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01" name="Google Shape;1601;p15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2" name="Google Shape;1602;p15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3" name="Google Shape;1603;p15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4" name="Google Shape;1604;p15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5" name="Google Shape;1605;p15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6" name="Google Shape;1606;p1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1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5">
    <p:bg>
      <p:bgPr>
        <a:solidFill>
          <a:schemeClr val="lt1"/>
        </a:solidFill>
        <a:effectLst/>
      </p:bgPr>
    </p:bg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9" name="Google Shape;1609;p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0" name="Google Shape;1610;p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1" name="Google Shape;1611;p15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12" name="Google Shape;1612;p15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3" name="Google Shape;1613;p15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4" name="Google Shape;1614;p15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5" name="Google Shape;1615;p15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16" name="Google Shape;1616;p15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7" name="Google Shape;1617;p15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8" name="Google Shape;1618;p15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9" name="Google Shape;1619;p15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20" name="Google Shape;1620;p15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1" name="Google Shape;1621;p1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1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4" name="Google Shape;1624;p1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6" name="Google Shape;1626;p16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27" name="Google Shape;1627;p16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8" name="Google Shape;1628;p16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9" name="Google Shape;1629;p16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30" name="Google Shape;1630;p16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1" name="Google Shape;1631;p16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2" name="Google Shape;1632;p16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3" name="Google Shape;1633;p16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4" name="Google Shape;1634;p16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5" name="Google Shape;1635;p16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6" name="Google Shape;1636;p16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37" name="Google Shape;1637;p16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8" name="Google Shape;1638;p16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16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1" name="Google Shape;1641;p1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2" name="Google Shape;1642;p1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3" name="Google Shape;1643;p16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44" name="Google Shape;1644;p16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5" name="Google Shape;1645;p16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6" name="Google Shape;1646;p16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7" name="Google Shape;1647;p16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48" name="Google Shape;1648;p16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49" name="Google Shape;1649;p16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0" name="Google Shape;1650;p16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1" name="Google Shape;1651;p16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2" name="Google Shape;1652;p16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3" name="Google Shape;1653;p16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54" name="Google Shape;1654;p16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55" name="Google Shape;1655;p16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16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" name="Google Shape;1658;p1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p1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0" name="Google Shape;1660;p16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61" name="Google Shape;1661;p16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2" name="Google Shape;1662;p16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3" name="Google Shape;1663;p16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4" name="Google Shape;1664;p16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65" name="Google Shape;1665;p16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6" name="Google Shape;1666;p16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7" name="Google Shape;1667;p16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8" name="Google Shape;1668;p16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9" name="Google Shape;1669;p16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0" name="Google Shape;1670;p16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71" name="Google Shape;1671;p16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72" name="Google Shape;1672;p16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16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5" name="Google Shape;1675;p1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6" name="Google Shape;1676;p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16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8" name="Google Shape;1678;p16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9" name="Google Shape;1679;p16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80" name="Google Shape;1680;p16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681" name="Google Shape;1681;p16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682" name="Google Shape;1682;p16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3" name="Google Shape;1683;p16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4" name="Google Shape;1684;p16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85" name="Google Shape;1685;p16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6" name="Google Shape;1686;p16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7" name="Google Shape;1687;p16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8" name="Google Shape;1688;p16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9" name="Google Shape;1689;p16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90" name="Google Shape;1690;p1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1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3" name="Google Shape;1693;p1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4" name="Google Shape;1694;p1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6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16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7" name="Google Shape;1697;p16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16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0" name="Google Shape;1700;p1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1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6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16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16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6" name="Google Shape;1706;p1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1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16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09" name="Google Shape;1709;p16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1" name="Google Shape;1711;p1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16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13" name="Google Shape;1713;p16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16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6" name="Google Shape;1716;p1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7" name="Google Shape;1717;p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16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19" name="Google Shape;1719;p16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0" name="Google Shape;1720;p16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1" name="Google Shape;1721;p16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6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4" name="Google Shape;1724;p1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16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7" name="Google Shape;1727;p16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8" name="Google Shape;1728;p16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29" name="Google Shape;1729;p16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16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"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2" name="Google Shape;1732;p1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3" name="Google Shape;1733;p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17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5" name="Google Shape;1735;p17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6" name="Google Shape;1736;p17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7" name="Google Shape;1737;p17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17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" name="Google Shape;1740;p1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7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3" name="Google Shape;1743;p17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4" name="Google Shape;1744;p17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5" name="Google Shape;1745;p17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17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 7">
    <p:bg>
      <p:bgPr>
        <a:solidFill>
          <a:srgbClr val="28566E"/>
        </a:solidFill>
        <a:effectLst/>
      </p:bgPr>
    </p:bg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8" name="Google Shape;1748;p1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17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17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17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52" name="Google Shape;1752;p17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3" name="Google Shape;1753;p17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4" name="Google Shape;1754;p17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7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17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7" name="Google Shape;1757;p17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8" name="Google Shape;1758;p17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17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">
    <p:bg>
      <p:bgPr>
        <a:solidFill>
          <a:srgbClr val="28566E"/>
        </a:solidFill>
        <a:effectLst/>
      </p:bgPr>
    </p:bg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" name="Google Shape;1761;p1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p17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17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64" name="Google Shape;1764;p17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5" name="Google Shape;1765;p17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6" name="Google Shape;1766;p17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17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17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9" name="Google Shape;1769;p17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0" name="Google Shape;1770;p17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7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7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17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2">
    <p:bg>
      <p:bgPr>
        <a:solidFill>
          <a:srgbClr val="28566E"/>
        </a:solidFill>
        <a:effectLst/>
      </p:bgPr>
    </p:bg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17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77" name="Google Shape;1777;p17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78" name="Google Shape;1778;p17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9" name="Google Shape;1779;p17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0" name="Google Shape;1780;p17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1" name="Google Shape;1781;p17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2" name="Google Shape;1782;p17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17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3">
    <p:bg>
      <p:bgPr>
        <a:solidFill>
          <a:srgbClr val="28566E"/>
        </a:solidFill>
        <a:effectLst/>
      </p:bgPr>
    </p:bg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1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17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87" name="Google Shape;1787;p17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88" name="Google Shape;1788;p17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9" name="Google Shape;1789;p17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0" name="Google Shape;1790;p17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1" name="Google Shape;1791;p17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2" name="Google Shape;1792;p17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17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5" name="Google Shape;1795;p1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17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7" name="Google Shape;1797;p17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17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9" name="Google Shape;1799;p17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00" name="Google Shape;1800;p17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17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7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7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6" name="Google Shape;1806;p178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7" name="Google Shape;1807;p178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17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7" name="Google Shape;1817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9" name="Google Shape;1819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5" name="Google Shape;1825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6" name="Google Shape;1826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2" name="Google Shape;1842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3" name="Google Shape;1843;p182"/>
          <p:cNvCxnSpPr>
            <a:stCxn id="1842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4" name="Google Shape;1844;p182"/>
          <p:cNvCxnSpPr>
            <a:endCxn id="1823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5" name="Google Shape;1845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6" name="Google Shape;1846;p182"/>
          <p:cNvCxnSpPr>
            <a:stCxn id="1845" idx="4"/>
            <a:endCxn id="1821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7" name="Google Shape;1847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8" name="Google Shape;1848;p182"/>
          <p:cNvCxnSpPr>
            <a:stCxn id="1847" idx="3"/>
            <a:endCxn id="1822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9" name="Google Shape;1849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0" name="Google Shape;1850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4" name="Google Shape;1854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5" name="Google Shape;1855;p182"/>
          <p:cNvCxnSpPr>
            <a:stCxn id="1854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6" name="Google Shape;1856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7" name="Google Shape;1857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8" name="Google Shape;1868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9" name="Google Shape;1869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70" name="Google Shape;1870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1" name="Google Shape;1871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2" name="Google Shape;1872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3" name="Google Shape;1873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4" name="Google Shape;1874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5" name="Google Shape;1875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7" name="Google Shape;1877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8" name="Google Shape;1878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84" name="Google Shape;1884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6" name="Google Shape;1886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7" name="Google Shape;1887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7" name="Google Shape;1897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8" name="Google Shape;1898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9" name="Google Shape;1899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0" name="Google Shape;1900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1" name="Google Shape;1901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2" name="Google Shape;1902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3" name="Google Shape;1903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6" name="Google Shape;1906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7" name="Google Shape;1907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8" name="Google Shape;1908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10" name="Google Shape;1910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3" name="Google Shape;1913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4" name="Google Shape;1914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6" name="Google Shape;1916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7" name="Google Shape;1917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8" name="Google Shape;1918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9" name="Google Shape;1919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5" name="Google Shape;1925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7" name="Google Shape;1927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8" name="Google Shape;1928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9" name="Google Shape;1929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2" name="Google Shape;1932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" name="Google Shape;1935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1" name="Google Shape;1941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4" name="Google Shape;1944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9" name="Google Shape;1949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7" name="Google Shape;1957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0" name="Google Shape;1960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1" name="Google Shape;1961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6" name="Google Shape;1966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9" name="Google Shape;1969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4" name="Google Shape;1974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6" name="Google Shape;1976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9" name="Google Shape;1979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80" name="Google Shape;1980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5" name="Google Shape;1985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7" name="Google Shape;1987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" name="Google Shape;1990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7" name="Google Shape;1997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8" name="Google Shape;1998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Google Shape;2001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7" name="Google Shape;2007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0" name="Google Shape;2010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4" name="Google Shape;2014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5" name="Google Shape;2015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6" name="Google Shape;2016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8" name="Google Shape;2018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5" name="Google Shape;2025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6" name="Google Shape;2026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9" name="Google Shape;2029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0" name="Google Shape;2030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1" name="Google Shape;2031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2" name="Google Shape;2032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8" name="Google Shape;2038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" name="Google Shape;2040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1" name="Google Shape;2041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8" name="Google Shape;2048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Google Shape;2051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Google Shape;2052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9" name="Google Shape;2059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Google Shape;2062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3" name="Google Shape;2063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6" name="Google Shape;2066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7" name="Google Shape;2067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0" name="Google Shape;2070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1" name="Google Shape;2071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8" name="Google Shape;2078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1" name="Google Shape;2081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2" name="Google Shape;2082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6" name="Google Shape;2086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7" name="Google Shape;2087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9" name="Google Shape;2089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4" name="Google Shape;2094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" name="Google Shape;2097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2" name="Google Shape;2102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6" name="Google Shape;2106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0" name="Google Shape;2110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1" name="Google Shape;2111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2" name="Google Shape;2112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7" name="Google Shape;2117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1" name="Google Shape;2121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2" name="Google Shape;2122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3" name="Google Shape;2123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5" name="Google Shape;2125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6" name="Google Shape;2126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0" name="Google Shape;2130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4" name="Google Shape;2134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7" name="Google Shape;2137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8" name="Google Shape;2158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1" name="Google Shape;2161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2" name="Google Shape;2162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3" name="Google Shape;2163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6" name="Google Shape;2176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9" name="Google Shape;2179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0" name="Google Shape;2180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3" name="Google Shape;2183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4" name="Google Shape;2184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7" name="Google Shape;2187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8" name="Google Shape;2188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9" name="Google Shape;2189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1" name="Google Shape;2191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4" name="Google Shape;2194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7" name="Google Shape;2197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9" name="Google Shape;2199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1" name="Google Shape;2201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4" name="Google Shape;2204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7" name="Google Shape;2207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8" name="Google Shape;2208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3" name="Google Shape;2213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7" name="Google Shape;2217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0" name="Google Shape;2220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1" name="Google Shape;2221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2" name="Google Shape;2222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7" name="Google Shape;2227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0" name="Google Shape;2230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1" name="Google Shape;2231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2" name="Google Shape;2232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4" name="Google Shape;2234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5" name="Google Shape;2235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8" name="Google Shape;2238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7" name="Google Shape;2247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0" name="Google Shape;2250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1" name="Google Shape;2251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5" name="Google Shape;2255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7" name="Google Shape;2267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9" name="Google Shape;2269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0" name="Google Shape;2270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1" name="Google Shape;2271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2" name="Google Shape;2272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3" name="Google Shape;2273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4" name="Google Shape;2274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5" name="Google Shape;2275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6" name="Google Shape;2276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0" name="Google Shape;2280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1" name="Google Shape;2291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2" name="Google Shape;2292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3" name="Google Shape;2293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4" name="Google Shape;2294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5" name="Google Shape;2295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6" name="Google Shape;2296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7" name="Google Shape;2297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0" name="Google Shape;2300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1" name="Google Shape;2301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4" name="Google Shape;2304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5" name="Google Shape;2305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6" name="Google Shape;2306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1" name="Google Shape;2311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8" name="Google Shape;2318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9" name="Google Shape;2319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2" name="Google Shape;2322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3" name="Google Shape;2323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4" name="Google Shape;2324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6" name="Google Shape;2326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9" name="Google Shape;2329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0" name="Google Shape;2330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1" name="Google Shape;2331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3" name="Google Shape;2333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4" name="Google Shape;2334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7" name="Google Shape;2337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9" name="Google Shape;2339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1" name="Google Shape;2341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4" name="Google Shape;2344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6" name="Google Shape;2346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7" name="Google Shape;2347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8" name="Google Shape;2348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1" name="Google Shape;2351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2" name="Google Shape;2352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3" name="Google Shape;2353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9" name="Google Shape;2359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Google Shape;2362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3" name="Google Shape;2363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4" name="Google Shape;2364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1" name="Google Shape;2371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2" name="Google Shape;2372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4" name="Google Shape;2374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5" name="Google Shape;2375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6" name="Google Shape;2376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3" name="Google Shape;2383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6" name="Google Shape;2386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7" name="Google Shape;2387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8" name="Google Shape;2388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3" name="Google Shape;2393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" name="Google Shape;2396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7" name="Google Shape;2397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8" name="Google Shape;2398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1" name="Google Shape;2401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2" name="Google Shape;2402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6" name="Google Shape;2406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9" name="Google Shape;2409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10" name="Google Shape;2410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4" name="Google Shape;2414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8" name="Google Shape;2418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1" name="Google Shape;2421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3" name="Google Shape;2423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4" name="Google Shape;2424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5" name="Google Shape;2425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0" name="Google Shape;2430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3" name="Google Shape;2433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4" name="Google Shape;2434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5" name="Google Shape;2435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6" name="Google Shape;2436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7" name="Google Shape;2437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8" name="Google Shape;2438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5" name="Google Shape;2445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7" name="Google Shape;2447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8" name="Google Shape;2448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1" name="Google Shape;2451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4" name="Google Shape;2454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5" name="Google Shape;2455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6" name="Google Shape;2456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9" name="Google Shape;2459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0" name="Google Shape;2460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1" name="Google Shape;2461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5" name="Google Shape;2465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2" name="Google Shape;2472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5" name="Google Shape;2475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7" name="Google Shape;2477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8" name="Google Shape;2478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80" name="Google Shape;2480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2" name="Google Shape;2482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3" name="Google Shape;2483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7" name="Google Shape;2487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8" name="Google Shape;2488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5" name="Google Shape;2495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9" name="Google Shape;2499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500" name="Google Shape;2500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1" name="Google Shape;2501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3" name="Google Shape;2503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0" name="Google Shape;2510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1" name="Google Shape;2511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3" name="Google Shape;2513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4" name="Google Shape;2514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5" name="Google Shape;2515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6" name="Google Shape;2516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7" name="Google Shape;2517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8" name="Google Shape;2518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20" name="Google Shape;2520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2" name="Google Shape;2522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3" name="Google Shape;2523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4" name="Google Shape;2524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0" name="Google Shape;2530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3" name="Google Shape;2533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4" name="Google Shape;2534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5" name="Google Shape;2535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2" name="Google Shape;2542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4" name="Google Shape;2544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5" name="Google Shape;2545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6" name="Google Shape;2546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7" name="Google Shape;2547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8" name="Google Shape;2548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2" name="Google Shape;2552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3" name="Google Shape;2553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4" name="Google Shape;2554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5" name="Google Shape;2555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7" name="Google Shape;2557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1" name="Google Shape;2561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2" name="Google Shape;2562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3" name="Google Shape;2563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4" name="Google Shape;2564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6" name="Google Shape;2566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0" name="Google Shape;2570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1" name="Google Shape;2571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2" name="Google Shape;2572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6" name="Google Shape;2576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7" name="Google Shape;2577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1" name="Google Shape;2581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2" name="Google Shape;2582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5" name="Google Shape;2585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6" name="Google Shape;2586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7" name="Google Shape;2587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1" name="Google Shape;2591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2" name="Google Shape;2592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6" name="Google Shape;2596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7" name="Google Shape;2597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" name="Google Shape;2600;p2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1" name="Google Shape;2601;p2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2" name="Google Shape;2602;p25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03" name="Google Shape;2603;p25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4" name="Google Shape;2604;p25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5" name="Google Shape;2605;p25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6" name="Google Shape;2606;p25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07" name="Google Shape;2607;p25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8" name="Google Shape;2608;p25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9" name="Google Shape;2609;p25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0" name="Google Shape;2610;p25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1" name="Google Shape;2611;p25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2" name="Google Shape;2612;p2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2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5" name="Google Shape;2615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6" name="Google Shape;2616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7" name="Google Shape;2617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1" name="Google Shape;2621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2" name="Google Shape;2622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6" name="Google Shape;2626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7" name="Google Shape;2627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8" name="Google Shape;2628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9" name="Google Shape;2629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2" name="Google Shape;2632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3" name="Google Shape;2633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4" name="Google Shape;2634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8" name="Google Shape;2638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9" name="Google Shape;2639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3" name="Google Shape;2643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4" name="Google Shape;2644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5" name="Google Shape;2645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6" name="Google Shape;2646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9" name="Google Shape;2649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0" name="Google Shape;2650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1" name="Google Shape;2651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5" name="Google Shape;2655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6" name="Google Shape;2656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0" name="Google Shape;2660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1" name="Google Shape;2661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2" name="Google Shape;2662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3" name="Google Shape;2663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4" name="Google Shape;2664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6" name="Google Shape;2666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7" name="Google Shape;2667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8" name="Google Shape;2668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1" name="Google Shape;2671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2" name="Google Shape;2672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3" name="Google Shape;2673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4" name="Google Shape;2674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5" name="Google Shape;2675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6" name="Google Shape;2676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1" name="Google Shape;2681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4" name="Google Shape;2684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5" name="Google Shape;2685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6" name="Google Shape;2686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0" name="Google Shape;2690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1" name="Google Shape;2691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2" name="Google Shape;2692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3" name="Google Shape;2693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5" name="Google Shape;2695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9" name="Google Shape;2699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0" name="Google Shape;2700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4" name="Google Shape;2704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5" name="Google Shape;2705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6" name="Google Shape;2706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7" name="Google Shape;2707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8" name="Google Shape;2708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9" name="Google Shape;2709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11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8.xml"/><Relationship Id="rId18" Type="http://schemas.openxmlformats.org/officeDocument/2006/relationships/slideLayout" Target="../slideLayouts/slideLayout133.xml"/><Relationship Id="rId26" Type="http://schemas.openxmlformats.org/officeDocument/2006/relationships/slideLayout" Target="../slideLayouts/slideLayout141.xml"/><Relationship Id="rId39" Type="http://schemas.openxmlformats.org/officeDocument/2006/relationships/slideLayout" Target="../slideLayouts/slideLayout154.xml"/><Relationship Id="rId21" Type="http://schemas.openxmlformats.org/officeDocument/2006/relationships/slideLayout" Target="../slideLayouts/slideLayout136.xml"/><Relationship Id="rId34" Type="http://schemas.openxmlformats.org/officeDocument/2006/relationships/slideLayout" Target="../slideLayouts/slideLayout149.xml"/><Relationship Id="rId42" Type="http://schemas.openxmlformats.org/officeDocument/2006/relationships/slideLayout" Target="../slideLayouts/slideLayout157.xml"/><Relationship Id="rId47" Type="http://schemas.openxmlformats.org/officeDocument/2006/relationships/slideLayout" Target="../slideLayouts/slideLayout162.xml"/><Relationship Id="rId50" Type="http://schemas.openxmlformats.org/officeDocument/2006/relationships/slideLayout" Target="../slideLayouts/slideLayout165.xml"/><Relationship Id="rId55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31.xml"/><Relationship Id="rId29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26.xml"/><Relationship Id="rId24" Type="http://schemas.openxmlformats.org/officeDocument/2006/relationships/slideLayout" Target="../slideLayouts/slideLayout139.xml"/><Relationship Id="rId32" Type="http://schemas.openxmlformats.org/officeDocument/2006/relationships/slideLayout" Target="../slideLayouts/slideLayout147.xml"/><Relationship Id="rId37" Type="http://schemas.openxmlformats.org/officeDocument/2006/relationships/slideLayout" Target="../slideLayouts/slideLayout152.xml"/><Relationship Id="rId40" Type="http://schemas.openxmlformats.org/officeDocument/2006/relationships/slideLayout" Target="../slideLayouts/slideLayout155.xml"/><Relationship Id="rId45" Type="http://schemas.openxmlformats.org/officeDocument/2006/relationships/slideLayout" Target="../slideLayouts/slideLayout160.xml"/><Relationship Id="rId53" Type="http://schemas.openxmlformats.org/officeDocument/2006/relationships/slideLayout" Target="../slideLayouts/slideLayout168.xml"/><Relationship Id="rId58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20.xml"/><Relationship Id="rId19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19.xml"/><Relationship Id="rId9" Type="http://schemas.openxmlformats.org/officeDocument/2006/relationships/slideLayout" Target="../slideLayouts/slideLayout124.xml"/><Relationship Id="rId14" Type="http://schemas.openxmlformats.org/officeDocument/2006/relationships/slideLayout" Target="../slideLayouts/slideLayout129.xml"/><Relationship Id="rId22" Type="http://schemas.openxmlformats.org/officeDocument/2006/relationships/slideLayout" Target="../slideLayouts/slideLayout137.xml"/><Relationship Id="rId27" Type="http://schemas.openxmlformats.org/officeDocument/2006/relationships/slideLayout" Target="../slideLayouts/slideLayout142.xml"/><Relationship Id="rId30" Type="http://schemas.openxmlformats.org/officeDocument/2006/relationships/slideLayout" Target="../slideLayouts/slideLayout145.xml"/><Relationship Id="rId35" Type="http://schemas.openxmlformats.org/officeDocument/2006/relationships/slideLayout" Target="../slideLayouts/slideLayout150.xml"/><Relationship Id="rId43" Type="http://schemas.openxmlformats.org/officeDocument/2006/relationships/slideLayout" Target="../slideLayouts/slideLayout158.xml"/><Relationship Id="rId48" Type="http://schemas.openxmlformats.org/officeDocument/2006/relationships/slideLayout" Target="../slideLayouts/slideLayout163.xml"/><Relationship Id="rId56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23.xml"/><Relationship Id="rId51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7.xml"/><Relationship Id="rId17" Type="http://schemas.openxmlformats.org/officeDocument/2006/relationships/slideLayout" Target="../slideLayouts/slideLayout132.xml"/><Relationship Id="rId25" Type="http://schemas.openxmlformats.org/officeDocument/2006/relationships/slideLayout" Target="../slideLayouts/slideLayout140.xml"/><Relationship Id="rId33" Type="http://schemas.openxmlformats.org/officeDocument/2006/relationships/slideLayout" Target="../slideLayouts/slideLayout148.xml"/><Relationship Id="rId38" Type="http://schemas.openxmlformats.org/officeDocument/2006/relationships/slideLayout" Target="../slideLayouts/slideLayout153.xml"/><Relationship Id="rId46" Type="http://schemas.openxmlformats.org/officeDocument/2006/relationships/slideLayout" Target="../slideLayouts/slideLayout161.xml"/><Relationship Id="rId59" Type="http://schemas.openxmlformats.org/officeDocument/2006/relationships/slideLayout" Target="../slideLayouts/slideLayout174.xml"/><Relationship Id="rId20" Type="http://schemas.openxmlformats.org/officeDocument/2006/relationships/slideLayout" Target="../slideLayouts/slideLayout135.xml"/><Relationship Id="rId41" Type="http://schemas.openxmlformats.org/officeDocument/2006/relationships/slideLayout" Target="../slideLayouts/slideLayout156.xml"/><Relationship Id="rId54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21.xml"/><Relationship Id="rId15" Type="http://schemas.openxmlformats.org/officeDocument/2006/relationships/slideLayout" Target="../slideLayouts/slideLayout130.xml"/><Relationship Id="rId23" Type="http://schemas.openxmlformats.org/officeDocument/2006/relationships/slideLayout" Target="../slideLayouts/slideLayout138.xml"/><Relationship Id="rId28" Type="http://schemas.openxmlformats.org/officeDocument/2006/relationships/slideLayout" Target="../slideLayouts/slideLayout143.xml"/><Relationship Id="rId36" Type="http://schemas.openxmlformats.org/officeDocument/2006/relationships/slideLayout" Target="../slideLayouts/slideLayout151.xml"/><Relationship Id="rId49" Type="http://schemas.openxmlformats.org/officeDocument/2006/relationships/slideLayout" Target="../slideLayouts/slideLayout164.xml"/><Relationship Id="rId57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6.xml"/><Relationship Id="rId44" Type="http://schemas.openxmlformats.org/officeDocument/2006/relationships/slideLayout" Target="../slideLayouts/slideLayout159.xml"/><Relationship Id="rId52" Type="http://schemas.openxmlformats.org/officeDocument/2006/relationships/slideLayout" Target="../slideLayouts/slideLayout167.xml"/><Relationship Id="rId6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00.xml"/><Relationship Id="rId21" Type="http://schemas.openxmlformats.org/officeDocument/2006/relationships/slideLayout" Target="../slideLayouts/slideLayout195.xml"/><Relationship Id="rId42" Type="http://schemas.openxmlformats.org/officeDocument/2006/relationships/slideLayout" Target="../slideLayouts/slideLayout216.xml"/><Relationship Id="rId47" Type="http://schemas.openxmlformats.org/officeDocument/2006/relationships/slideLayout" Target="../slideLayouts/slideLayout221.xml"/><Relationship Id="rId63" Type="http://schemas.openxmlformats.org/officeDocument/2006/relationships/slideLayout" Target="../slideLayouts/slideLayout237.xml"/><Relationship Id="rId68" Type="http://schemas.openxmlformats.org/officeDocument/2006/relationships/slideLayout" Target="../slideLayouts/slideLayout242.xml"/><Relationship Id="rId84" Type="http://schemas.openxmlformats.org/officeDocument/2006/relationships/theme" Target="../theme/theme4.xml"/><Relationship Id="rId16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5.xml"/><Relationship Id="rId32" Type="http://schemas.openxmlformats.org/officeDocument/2006/relationships/slideLayout" Target="../slideLayouts/slideLayout206.xml"/><Relationship Id="rId37" Type="http://schemas.openxmlformats.org/officeDocument/2006/relationships/slideLayout" Target="../slideLayouts/slideLayout211.xml"/><Relationship Id="rId53" Type="http://schemas.openxmlformats.org/officeDocument/2006/relationships/slideLayout" Target="../slideLayouts/slideLayout227.xml"/><Relationship Id="rId58" Type="http://schemas.openxmlformats.org/officeDocument/2006/relationships/slideLayout" Target="../slideLayouts/slideLayout232.xml"/><Relationship Id="rId74" Type="http://schemas.openxmlformats.org/officeDocument/2006/relationships/slideLayout" Target="../slideLayouts/slideLayout248.xml"/><Relationship Id="rId79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179.xml"/><Relationship Id="rId61" Type="http://schemas.openxmlformats.org/officeDocument/2006/relationships/slideLayout" Target="../slideLayouts/slideLayout235.xml"/><Relationship Id="rId82" Type="http://schemas.openxmlformats.org/officeDocument/2006/relationships/slideLayout" Target="../slideLayouts/slideLayout256.xml"/><Relationship Id="rId19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88.xml"/><Relationship Id="rId22" Type="http://schemas.openxmlformats.org/officeDocument/2006/relationships/slideLayout" Target="../slideLayouts/slideLayout196.xml"/><Relationship Id="rId27" Type="http://schemas.openxmlformats.org/officeDocument/2006/relationships/slideLayout" Target="../slideLayouts/slideLayout201.xml"/><Relationship Id="rId30" Type="http://schemas.openxmlformats.org/officeDocument/2006/relationships/slideLayout" Target="../slideLayouts/slideLayout204.xml"/><Relationship Id="rId35" Type="http://schemas.openxmlformats.org/officeDocument/2006/relationships/slideLayout" Target="../slideLayouts/slideLayout209.xml"/><Relationship Id="rId43" Type="http://schemas.openxmlformats.org/officeDocument/2006/relationships/slideLayout" Target="../slideLayouts/slideLayout217.xml"/><Relationship Id="rId48" Type="http://schemas.openxmlformats.org/officeDocument/2006/relationships/slideLayout" Target="../slideLayouts/slideLayout222.xml"/><Relationship Id="rId56" Type="http://schemas.openxmlformats.org/officeDocument/2006/relationships/slideLayout" Target="../slideLayouts/slideLayout230.xml"/><Relationship Id="rId64" Type="http://schemas.openxmlformats.org/officeDocument/2006/relationships/slideLayout" Target="../slideLayouts/slideLayout238.xml"/><Relationship Id="rId69" Type="http://schemas.openxmlformats.org/officeDocument/2006/relationships/slideLayout" Target="../slideLayouts/slideLayout243.xml"/><Relationship Id="rId77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182.xml"/><Relationship Id="rId51" Type="http://schemas.openxmlformats.org/officeDocument/2006/relationships/slideLayout" Target="../slideLayouts/slideLayout225.xml"/><Relationship Id="rId72" Type="http://schemas.openxmlformats.org/officeDocument/2006/relationships/slideLayout" Target="../slideLayouts/slideLayout246.xml"/><Relationship Id="rId80" Type="http://schemas.openxmlformats.org/officeDocument/2006/relationships/slideLayout" Target="../slideLayouts/slideLayout254.xml"/><Relationship Id="rId3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91.xml"/><Relationship Id="rId25" Type="http://schemas.openxmlformats.org/officeDocument/2006/relationships/slideLayout" Target="../slideLayouts/slideLayout199.xml"/><Relationship Id="rId33" Type="http://schemas.openxmlformats.org/officeDocument/2006/relationships/slideLayout" Target="../slideLayouts/slideLayout207.xml"/><Relationship Id="rId38" Type="http://schemas.openxmlformats.org/officeDocument/2006/relationships/slideLayout" Target="../slideLayouts/slideLayout212.xml"/><Relationship Id="rId46" Type="http://schemas.openxmlformats.org/officeDocument/2006/relationships/slideLayout" Target="../slideLayouts/slideLayout220.xml"/><Relationship Id="rId59" Type="http://schemas.openxmlformats.org/officeDocument/2006/relationships/slideLayout" Target="../slideLayouts/slideLayout233.xml"/><Relationship Id="rId67" Type="http://schemas.openxmlformats.org/officeDocument/2006/relationships/slideLayout" Target="../slideLayouts/slideLayout241.xml"/><Relationship Id="rId20" Type="http://schemas.openxmlformats.org/officeDocument/2006/relationships/slideLayout" Target="../slideLayouts/slideLayout194.xml"/><Relationship Id="rId41" Type="http://schemas.openxmlformats.org/officeDocument/2006/relationships/slideLayout" Target="../slideLayouts/slideLayout215.xml"/><Relationship Id="rId54" Type="http://schemas.openxmlformats.org/officeDocument/2006/relationships/slideLayout" Target="../slideLayouts/slideLayout228.xml"/><Relationship Id="rId62" Type="http://schemas.openxmlformats.org/officeDocument/2006/relationships/slideLayout" Target="../slideLayouts/slideLayout236.xml"/><Relationship Id="rId70" Type="http://schemas.openxmlformats.org/officeDocument/2006/relationships/slideLayout" Target="../slideLayouts/slideLayout244.xml"/><Relationship Id="rId75" Type="http://schemas.openxmlformats.org/officeDocument/2006/relationships/slideLayout" Target="../slideLayouts/slideLayout249.xml"/><Relationship Id="rId83" Type="http://schemas.openxmlformats.org/officeDocument/2006/relationships/slideLayout" Target="../slideLayouts/slideLayout257.xml"/><Relationship Id="rId1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89.xml"/><Relationship Id="rId23" Type="http://schemas.openxmlformats.org/officeDocument/2006/relationships/slideLayout" Target="../slideLayouts/slideLayout197.xml"/><Relationship Id="rId28" Type="http://schemas.openxmlformats.org/officeDocument/2006/relationships/slideLayout" Target="../slideLayouts/slideLayout202.xml"/><Relationship Id="rId36" Type="http://schemas.openxmlformats.org/officeDocument/2006/relationships/slideLayout" Target="../slideLayouts/slideLayout210.xml"/><Relationship Id="rId49" Type="http://schemas.openxmlformats.org/officeDocument/2006/relationships/slideLayout" Target="../slideLayouts/slideLayout223.xml"/><Relationship Id="rId57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184.xml"/><Relationship Id="rId31" Type="http://schemas.openxmlformats.org/officeDocument/2006/relationships/slideLayout" Target="../slideLayouts/slideLayout205.xml"/><Relationship Id="rId44" Type="http://schemas.openxmlformats.org/officeDocument/2006/relationships/slideLayout" Target="../slideLayouts/slideLayout218.xml"/><Relationship Id="rId52" Type="http://schemas.openxmlformats.org/officeDocument/2006/relationships/slideLayout" Target="../slideLayouts/slideLayout226.xml"/><Relationship Id="rId60" Type="http://schemas.openxmlformats.org/officeDocument/2006/relationships/slideLayout" Target="../slideLayouts/slideLayout234.xml"/><Relationship Id="rId65" Type="http://schemas.openxmlformats.org/officeDocument/2006/relationships/slideLayout" Target="../slideLayouts/slideLayout239.xml"/><Relationship Id="rId73" Type="http://schemas.openxmlformats.org/officeDocument/2006/relationships/slideLayout" Target="../slideLayouts/slideLayout247.xml"/><Relationship Id="rId78" Type="http://schemas.openxmlformats.org/officeDocument/2006/relationships/slideLayout" Target="../slideLayouts/slideLayout252.xml"/><Relationship Id="rId81" Type="http://schemas.openxmlformats.org/officeDocument/2006/relationships/slideLayout" Target="../slideLayouts/slideLayout255.xml"/><Relationship Id="rId4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83.xml"/><Relationship Id="rId13" Type="http://schemas.openxmlformats.org/officeDocument/2006/relationships/slideLayout" Target="../slideLayouts/slideLayout187.xml"/><Relationship Id="rId18" Type="http://schemas.openxmlformats.org/officeDocument/2006/relationships/slideLayout" Target="../slideLayouts/slideLayout192.xml"/><Relationship Id="rId39" Type="http://schemas.openxmlformats.org/officeDocument/2006/relationships/slideLayout" Target="../slideLayouts/slideLayout213.xml"/><Relationship Id="rId34" Type="http://schemas.openxmlformats.org/officeDocument/2006/relationships/slideLayout" Target="../slideLayouts/slideLayout208.xml"/><Relationship Id="rId50" Type="http://schemas.openxmlformats.org/officeDocument/2006/relationships/slideLayout" Target="../slideLayouts/slideLayout224.xml"/><Relationship Id="rId55" Type="http://schemas.openxmlformats.org/officeDocument/2006/relationships/slideLayout" Target="../slideLayouts/slideLayout229.xml"/><Relationship Id="rId76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181.xml"/><Relationship Id="rId71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176.xml"/><Relationship Id="rId29" Type="http://schemas.openxmlformats.org/officeDocument/2006/relationships/slideLayout" Target="../slideLayouts/slideLayout203.xml"/><Relationship Id="rId24" Type="http://schemas.openxmlformats.org/officeDocument/2006/relationships/slideLayout" Target="../slideLayouts/slideLayout198.xml"/><Relationship Id="rId40" Type="http://schemas.openxmlformats.org/officeDocument/2006/relationships/slideLayout" Target="../slideLayouts/slideLayout214.xml"/><Relationship Id="rId45" Type="http://schemas.openxmlformats.org/officeDocument/2006/relationships/slideLayout" Target="../slideLayouts/slideLayout219.xml"/><Relationship Id="rId66" Type="http://schemas.openxmlformats.org/officeDocument/2006/relationships/slideLayout" Target="../slideLayouts/slideLayout2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  <p:sldLayoutId id="2147483815" r:id="rId51"/>
    <p:sldLayoutId id="2147483816" r:id="rId52"/>
    <p:sldLayoutId id="2147483817" r:id="rId53"/>
    <p:sldLayoutId id="2147483818" r:id="rId54"/>
    <p:sldLayoutId id="2147483819" r:id="rId55"/>
    <p:sldLayoutId id="2147483820" r:id="rId56"/>
    <p:sldLayoutId id="2147483821" r:id="rId57"/>
    <p:sldLayoutId id="2147483822" r:id="rId58"/>
    <p:sldLayoutId id="2147483823" r:id="rId5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6" r:id="rId23"/>
    <p:sldLayoutId id="2147483847" r:id="rId24"/>
    <p:sldLayoutId id="2147483848" r:id="rId25"/>
    <p:sldLayoutId id="2147483849" r:id="rId26"/>
    <p:sldLayoutId id="2147483850" r:id="rId27"/>
    <p:sldLayoutId id="2147483851" r:id="rId28"/>
    <p:sldLayoutId id="2147483852" r:id="rId29"/>
    <p:sldLayoutId id="2147483853" r:id="rId30"/>
    <p:sldLayoutId id="2147483854" r:id="rId31"/>
    <p:sldLayoutId id="2147483855" r:id="rId32"/>
    <p:sldLayoutId id="2147483856" r:id="rId33"/>
    <p:sldLayoutId id="2147483857" r:id="rId34"/>
    <p:sldLayoutId id="2147483858" r:id="rId35"/>
    <p:sldLayoutId id="2147483859" r:id="rId36"/>
    <p:sldLayoutId id="2147483860" r:id="rId37"/>
    <p:sldLayoutId id="2147483861" r:id="rId38"/>
    <p:sldLayoutId id="2147483862" r:id="rId39"/>
    <p:sldLayoutId id="2147483863" r:id="rId40"/>
    <p:sldLayoutId id="2147483864" r:id="rId41"/>
    <p:sldLayoutId id="2147483865" r:id="rId42"/>
    <p:sldLayoutId id="2147483866" r:id="rId43"/>
    <p:sldLayoutId id="2147483867" r:id="rId44"/>
    <p:sldLayoutId id="2147483868" r:id="rId45"/>
    <p:sldLayoutId id="2147483869" r:id="rId46"/>
    <p:sldLayoutId id="2147483870" r:id="rId47"/>
    <p:sldLayoutId id="2147483871" r:id="rId48"/>
    <p:sldLayoutId id="2147483872" r:id="rId49"/>
    <p:sldLayoutId id="2147483873" r:id="rId50"/>
    <p:sldLayoutId id="2147483874" r:id="rId51"/>
    <p:sldLayoutId id="2147483875" r:id="rId52"/>
    <p:sldLayoutId id="2147483876" r:id="rId53"/>
    <p:sldLayoutId id="2147483877" r:id="rId54"/>
    <p:sldLayoutId id="2147483878" r:id="rId55"/>
    <p:sldLayoutId id="2147483879" r:id="rId56"/>
    <p:sldLayoutId id="2147483880" r:id="rId57"/>
    <p:sldLayoutId id="2147483881" r:id="rId58"/>
    <p:sldLayoutId id="2147483882" r:id="rId59"/>
    <p:sldLayoutId id="2147483883" r:id="rId60"/>
    <p:sldLayoutId id="2147483884" r:id="rId61"/>
    <p:sldLayoutId id="2147483885" r:id="rId62"/>
    <p:sldLayoutId id="2147483886" r:id="rId63"/>
    <p:sldLayoutId id="2147483887" r:id="rId64"/>
    <p:sldLayoutId id="2147483888" r:id="rId65"/>
    <p:sldLayoutId id="2147483889" r:id="rId66"/>
    <p:sldLayoutId id="2147483890" r:id="rId67"/>
    <p:sldLayoutId id="2147483891" r:id="rId68"/>
    <p:sldLayoutId id="2147483892" r:id="rId69"/>
    <p:sldLayoutId id="2147483893" r:id="rId70"/>
    <p:sldLayoutId id="2147483894" r:id="rId71"/>
    <p:sldLayoutId id="2147483895" r:id="rId72"/>
    <p:sldLayoutId id="2147483896" r:id="rId73"/>
    <p:sldLayoutId id="2147483897" r:id="rId74"/>
    <p:sldLayoutId id="2147483898" r:id="rId75"/>
    <p:sldLayoutId id="2147483899" r:id="rId76"/>
    <p:sldLayoutId id="2147483900" r:id="rId77"/>
    <p:sldLayoutId id="2147483901" r:id="rId78"/>
    <p:sldLayoutId id="2147483902" r:id="rId79"/>
    <p:sldLayoutId id="2147483903" r:id="rId80"/>
    <p:sldLayoutId id="2147483904" r:id="rId81"/>
    <p:sldLayoutId id="2147483905" r:id="rId82"/>
    <p:sldLayoutId id="2147483906" r:id="rId8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8.xml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4.png"/><Relationship Id="rId5" Type="http://schemas.openxmlformats.org/officeDocument/2006/relationships/hyperlink" Target="https://www.valentesolucoes.com.br/blog/por-que-o-cobol-ainda-domina-bancos-caixas-eletronicos-e-sistemas-cr&#237;ticos" TargetMode="Externa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37.svg"/><Relationship Id="rId4" Type="http://schemas.openxmlformats.org/officeDocument/2006/relationships/image" Target="../media/image3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37.svg"/><Relationship Id="rId4" Type="http://schemas.openxmlformats.org/officeDocument/2006/relationships/image" Target="../media/image3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4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1.xml"/><Relationship Id="rId4" Type="http://schemas.openxmlformats.org/officeDocument/2006/relationships/image" Target="../media/image45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0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pt-br/3/tutorial/controlflow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8.xml"/><Relationship Id="rId5" Type="http://schemas.openxmlformats.org/officeDocument/2006/relationships/hyperlink" Target="https://www.valentesolucoes.com.br/blog/por-que-o-cobol-ainda-domina-bancos-caixas-eletronicos-e-sistemas-criticos" TargetMode="External"/><Relationship Id="rId4" Type="http://schemas.openxmlformats.org/officeDocument/2006/relationships/hyperlink" Target="https://pythontutor.com/visualize.html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0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0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0.xml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0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0.xml"/><Relationship Id="rId5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p265"/>
          <p:cNvSpPr txBox="1"/>
          <p:nvPr/>
        </p:nvSpPr>
        <p:spPr>
          <a:xfrm>
            <a:off x="525902" y="2022383"/>
            <a:ext cx="7560796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2" name="Google Shape;2722;p265"/>
          <p:cNvSpPr txBox="1"/>
          <p:nvPr/>
        </p:nvSpPr>
        <p:spPr>
          <a:xfrm>
            <a:off x="898926" y="3607498"/>
            <a:ext cx="6814747" cy="39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3" name="Google Shape;2723;p265"/>
          <p:cNvSpPr txBox="1"/>
          <p:nvPr/>
        </p:nvSpPr>
        <p:spPr>
          <a:xfrm>
            <a:off x="819487" y="1147883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4" name="Google Shape;2724;p265"/>
          <p:cNvSpPr txBox="1"/>
          <p:nvPr/>
        </p:nvSpPr>
        <p:spPr>
          <a:xfrm>
            <a:off x="611600" y="2830653"/>
            <a:ext cx="73894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1: Como um programa com menu se organiza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1" name="Google Shape;2731;p26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32" name="Google Shape;2732;p266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266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266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266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266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7" name="Google Shape;2737;p266"/>
          <p:cNvGrpSpPr/>
          <p:nvPr/>
        </p:nvGrpSpPr>
        <p:grpSpPr>
          <a:xfrm>
            <a:off x="587322" y="1657552"/>
            <a:ext cx="10504795" cy="4353604"/>
            <a:chOff x="880938" y="2486202"/>
            <a:chExt cx="15756404" cy="6530079"/>
          </a:xfrm>
        </p:grpSpPr>
        <p:sp>
          <p:nvSpPr>
            <p:cNvPr id="2738" name="Google Shape;2738;p266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266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66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266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266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266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266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266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266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266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266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266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266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1" name="Google Shape;2751;p266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3" name="Google Shape;2753;p266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6" name="Google Shape;2756;p266"/>
          <p:cNvSpPr/>
          <p:nvPr/>
        </p:nvSpPr>
        <p:spPr>
          <a:xfrm>
            <a:off x="5860040" y="62685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7" name="Google Shape;2757;p266"/>
          <p:cNvCxnSpPr>
            <a:stCxn id="2756" idx="4"/>
            <a:endCxn id="2733" idx="7"/>
          </p:cNvCxnSpPr>
          <p:nvPr/>
        </p:nvCxnSpPr>
        <p:spPr>
          <a:xfrm flipH="1">
            <a:off x="6117440" y="1199252"/>
            <a:ext cx="28800" cy="5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60" name="Google Shape;2760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62" name="Google Shape;2762;p266"/>
          <p:cNvSpPr txBox="1"/>
          <p:nvPr/>
        </p:nvSpPr>
        <p:spPr>
          <a:xfrm>
            <a:off x="6510730" y="504694"/>
            <a:ext cx="2477840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3" name="Google Shape;2763;p266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266"/>
          <p:cNvSpPr txBox="1"/>
          <p:nvPr/>
        </p:nvSpPr>
        <p:spPr>
          <a:xfrm>
            <a:off x="135519" y="1439639"/>
            <a:ext cx="1865700" cy="49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5" name="Google Shape;2765;p266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266"/>
          <p:cNvSpPr txBox="1"/>
          <p:nvPr/>
        </p:nvSpPr>
        <p:spPr>
          <a:xfrm>
            <a:off x="2131470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  <p:sp>
        <p:nvSpPr>
          <p:cNvPr id="2767" name="Google Shape;2767;p266"/>
          <p:cNvSpPr/>
          <p:nvPr/>
        </p:nvSpPr>
        <p:spPr>
          <a:xfrm>
            <a:off x="10527188" y="3863654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8" name="Google Shape;2768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409206" y="369611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69" name="Google Shape;2769;p266"/>
          <p:cNvSpPr txBox="1"/>
          <p:nvPr/>
        </p:nvSpPr>
        <p:spPr>
          <a:xfrm>
            <a:off x="10210698" y="4529690"/>
            <a:ext cx="1765515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 e desafios no terminal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0" name="Google Shape;2770;p266"/>
          <p:cNvSpPr/>
          <p:nvPr/>
        </p:nvSpPr>
        <p:spPr>
          <a:xfrm>
            <a:off x="5919007" y="458997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1" name="Google Shape;2771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801025" y="442242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72" name="Google Shape;2772;p266"/>
          <p:cNvSpPr txBox="1"/>
          <p:nvPr/>
        </p:nvSpPr>
        <p:spPr>
          <a:xfrm>
            <a:off x="5381059" y="5235585"/>
            <a:ext cx="1839142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</a:p>
        </p:txBody>
      </p:sp>
      <p:cxnSp>
        <p:nvCxnSpPr>
          <p:cNvPr id="2773" name="Google Shape;2773;p266"/>
          <p:cNvCxnSpPr>
            <a:cxnSpLocks/>
            <a:stCxn id="2767" idx="2"/>
            <a:endCxn id="2736" idx="7"/>
          </p:cNvCxnSpPr>
          <p:nvPr/>
        </p:nvCxnSpPr>
        <p:spPr>
          <a:xfrm flipH="1">
            <a:off x="9705578" y="4149854"/>
            <a:ext cx="821610" cy="221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2773;p266">
            <a:extLst>
              <a:ext uri="{FF2B5EF4-FFF2-40B4-BE49-F238E27FC236}">
                <a16:creationId xmlns:a16="http://schemas.microsoft.com/office/drawing/2014/main" id="{78B15B8C-4C19-C458-D8F6-8DE8393AEDEE}"/>
              </a:ext>
            </a:extLst>
          </p:cNvPr>
          <p:cNvCxnSpPr>
            <a:cxnSpLocks/>
            <a:stCxn id="2746" idx="0"/>
          </p:cNvCxnSpPr>
          <p:nvPr/>
        </p:nvCxnSpPr>
        <p:spPr>
          <a:xfrm flipH="1">
            <a:off x="6393234" y="4431161"/>
            <a:ext cx="1061783" cy="36283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2772;p266">
            <a:extLst>
              <a:ext uri="{FF2B5EF4-FFF2-40B4-BE49-F238E27FC236}">
                <a16:creationId xmlns:a16="http://schemas.microsoft.com/office/drawing/2014/main" id="{8714F56A-CDBC-4383-66AD-C9F949CDECEF}"/>
              </a:ext>
            </a:extLst>
          </p:cNvPr>
          <p:cNvSpPr txBox="1"/>
          <p:nvPr/>
        </p:nvSpPr>
        <p:spPr>
          <a:xfrm>
            <a:off x="461136" y="3922715"/>
            <a:ext cx="2018821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</a:p>
        </p:txBody>
      </p:sp>
      <p:cxnSp>
        <p:nvCxnSpPr>
          <p:cNvPr id="17" name="Google Shape;2773;p266">
            <a:extLst>
              <a:ext uri="{FF2B5EF4-FFF2-40B4-BE49-F238E27FC236}">
                <a16:creationId xmlns:a16="http://schemas.microsoft.com/office/drawing/2014/main" id="{0BAFA023-7E92-B954-1B50-13C6AD7F7AAB}"/>
              </a:ext>
            </a:extLst>
          </p:cNvPr>
          <p:cNvCxnSpPr>
            <a:cxnSpLocks/>
            <a:stCxn id="2740" idx="0"/>
            <a:endCxn id="3" idx="4"/>
          </p:cNvCxnSpPr>
          <p:nvPr/>
        </p:nvCxnSpPr>
        <p:spPr>
          <a:xfrm flipV="1">
            <a:off x="2606662" y="4033560"/>
            <a:ext cx="272" cy="137258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2754;p266">
            <a:extLst>
              <a:ext uri="{FF2B5EF4-FFF2-40B4-BE49-F238E27FC236}">
                <a16:creationId xmlns:a16="http://schemas.microsoft.com/office/drawing/2014/main" id="{8AC27033-6F22-3CE2-A4A4-B18C9A7F3773}"/>
              </a:ext>
            </a:extLst>
          </p:cNvPr>
          <p:cNvSpPr/>
          <p:nvPr/>
        </p:nvSpPr>
        <p:spPr>
          <a:xfrm>
            <a:off x="2338884" y="3497460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759;p266">
            <a:extLst>
              <a:ext uri="{FF2B5EF4-FFF2-40B4-BE49-F238E27FC236}">
                <a16:creationId xmlns:a16="http://schemas.microsoft.com/office/drawing/2014/main" id="{603CC900-40C4-927D-CC30-4782674D83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192940" y="334427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758;p266">
            <a:extLst>
              <a:ext uri="{FF2B5EF4-FFF2-40B4-BE49-F238E27FC236}">
                <a16:creationId xmlns:a16="http://schemas.microsoft.com/office/drawing/2014/main" id="{F8EDC520-1644-D63D-1E70-7192644745BF}"/>
              </a:ext>
            </a:extLst>
          </p:cNvPr>
          <p:cNvSpPr txBox="1"/>
          <p:nvPr/>
        </p:nvSpPr>
        <p:spPr>
          <a:xfrm>
            <a:off x="473244" y="3636888"/>
            <a:ext cx="1839142" cy="27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9" name="Google Shape;2779;p267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2"/>
          <a:stretch/>
        </p:blipFill>
        <p:spPr>
          <a:xfrm rot="-573652">
            <a:off x="5678584" y="2638764"/>
            <a:ext cx="8603297" cy="4647676"/>
          </a:xfrm>
          <a:prstGeom prst="rect">
            <a:avLst/>
          </a:prstGeom>
          <a:noFill/>
          <a:ln>
            <a:noFill/>
          </a:ln>
        </p:spPr>
      </p:pic>
      <p:sp>
        <p:nvSpPr>
          <p:cNvPr id="2780" name="Google Shape;2780;p267"/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1" name="Google Shape;2781;p267"/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2" name="Google Shape;2782;p267"/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3" name="Google Shape;2783;p267"/>
          <p:cNvSpPr txBox="1"/>
          <p:nvPr/>
        </p:nvSpPr>
        <p:spPr>
          <a:xfrm>
            <a:off x="3331829" y="5379897"/>
            <a:ext cx="4487736" cy="35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SISANO1C1B4S21A1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p267"/>
          <p:cNvSpPr txBox="1"/>
          <p:nvPr/>
        </p:nvSpPr>
        <p:spPr>
          <a:xfrm>
            <a:off x="3331829" y="3203825"/>
            <a:ext cx="6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8" name="Google Shape;2788;p267"/>
          <p:cNvSpPr txBox="1"/>
          <p:nvPr/>
        </p:nvSpPr>
        <p:spPr>
          <a:xfrm>
            <a:off x="3331829" y="2792959"/>
            <a:ext cx="2582980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9" name="Google Shape;2789;p267"/>
          <p:cNvSpPr txBox="1"/>
          <p:nvPr/>
        </p:nvSpPr>
        <p:spPr>
          <a:xfrm>
            <a:off x="3331829" y="4437362"/>
            <a:ext cx="4801849" cy="85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1: Como um programa com menu se organiza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63;p266">
            <a:extLst>
              <a:ext uri="{FF2B5EF4-FFF2-40B4-BE49-F238E27FC236}">
                <a16:creationId xmlns:a16="http://schemas.microsoft.com/office/drawing/2014/main" id="{24FDDC20-1647-3E21-5E3A-508DD4252F7A}"/>
              </a:ext>
            </a:extLst>
          </p:cNvPr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764;p266">
            <a:extLst>
              <a:ext uri="{FF2B5EF4-FFF2-40B4-BE49-F238E27FC236}">
                <a16:creationId xmlns:a16="http://schemas.microsoft.com/office/drawing/2014/main" id="{8B544E98-09D1-14C7-70E4-C5A86105BC1A}"/>
              </a:ext>
            </a:extLst>
          </p:cNvPr>
          <p:cNvSpPr txBox="1"/>
          <p:nvPr/>
        </p:nvSpPr>
        <p:spPr>
          <a:xfrm>
            <a:off x="135519" y="1439639"/>
            <a:ext cx="1865700" cy="49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2765;p266">
            <a:extLst>
              <a:ext uri="{FF2B5EF4-FFF2-40B4-BE49-F238E27FC236}">
                <a16:creationId xmlns:a16="http://schemas.microsoft.com/office/drawing/2014/main" id="{BC192224-BFF3-85D1-D875-490D53A6A17B}"/>
              </a:ext>
            </a:extLst>
          </p:cNvPr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66;p266">
            <a:extLst>
              <a:ext uri="{FF2B5EF4-FFF2-40B4-BE49-F238E27FC236}">
                <a16:creationId xmlns:a16="http://schemas.microsoft.com/office/drawing/2014/main" id="{F7746AE0-7684-D0EA-524D-E461D29FD3DE}"/>
              </a:ext>
            </a:extLst>
          </p:cNvPr>
          <p:cNvSpPr txBox="1"/>
          <p:nvPr/>
        </p:nvSpPr>
        <p:spPr>
          <a:xfrm>
            <a:off x="2131470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p26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Compreender como programas com menu se organizam em entrada, processamento, decisão, repetição e saída.</a:t>
            </a:r>
            <a:endParaRPr dirty="0"/>
          </a:p>
        </p:txBody>
      </p:sp>
      <p:sp>
        <p:nvSpPr>
          <p:cNvPr id="2800" name="Google Shape;2800;p26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Aplicar funções, estruturas de decisão e repetição na construção de programas com menu e fluxo de interação textual.</a:t>
            </a:r>
            <a:endParaRPr dirty="0"/>
          </a:p>
        </p:txBody>
      </p:sp>
      <p:sp>
        <p:nvSpPr>
          <p:cNvPr id="2801" name="Google Shape;2801;p268"/>
          <p:cNvSpPr txBox="1">
            <a:spLocks noGrp="1"/>
          </p:cNvSpPr>
          <p:nvPr>
            <p:ph type="body" idx="3"/>
          </p:nvPr>
        </p:nvSpPr>
        <p:spPr>
          <a:xfrm>
            <a:off x="7467375" y="3429000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Persistir na decomposição de problemas em etapas menores, mantendo organização e clareza ao planejar soluções algorítmicas.</a:t>
            </a:r>
            <a:endParaRPr dirty="0"/>
          </a:p>
        </p:txBody>
      </p:sp>
      <p:sp>
        <p:nvSpPr>
          <p:cNvPr id="2802" name="Google Shape;2802;p268"/>
          <p:cNvSpPr txBox="1">
            <a:spLocks noGrp="1"/>
          </p:cNvSpPr>
          <p:nvPr>
            <p:ph type="body" idx="4"/>
          </p:nvPr>
        </p:nvSpPr>
        <p:spPr>
          <a:xfrm>
            <a:off x="1467909" y="3429000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12;p61">
            <a:extLst>
              <a:ext uri="{FF2B5EF4-FFF2-40B4-BE49-F238E27FC236}">
                <a16:creationId xmlns:a16="http://schemas.microsoft.com/office/drawing/2014/main" id="{F097308B-36DD-C905-8115-743D3B80C555}"/>
              </a:ext>
            </a:extLst>
          </p:cNvPr>
          <p:cNvSpPr/>
          <p:nvPr/>
        </p:nvSpPr>
        <p:spPr>
          <a:xfrm>
            <a:off x="3483427" y="5362556"/>
            <a:ext cx="7977899" cy="1365724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1" name="Google Shape;814;p61">
            <a:extLst>
              <a:ext uri="{FF2B5EF4-FFF2-40B4-BE49-F238E27FC236}">
                <a16:creationId xmlns:a16="http://schemas.microsoft.com/office/drawing/2014/main" id="{708CE9AA-44CD-8888-0EE7-D8AB540CABAE}"/>
              </a:ext>
            </a:extLst>
          </p:cNvPr>
          <p:cNvSpPr txBox="1"/>
          <p:nvPr/>
        </p:nvSpPr>
        <p:spPr>
          <a:xfrm>
            <a:off x="4682686" y="5425831"/>
            <a:ext cx="2566879" cy="40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07000"/>
              </a:lnSpc>
              <a:buSzPts val="2700"/>
            </a:pPr>
            <a:r>
              <a:rPr lang="pt-BR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Recurso digital</a:t>
            </a:r>
            <a:endParaRPr lang="pt-BR" sz="20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" name="Google Shape;815;p61">
            <a:extLst>
              <a:ext uri="{FF2B5EF4-FFF2-40B4-BE49-F238E27FC236}">
                <a16:creationId xmlns:a16="http://schemas.microsoft.com/office/drawing/2014/main" id="{BD91BD9A-F52F-BC3A-8833-56C6F1CC580D}"/>
              </a:ext>
            </a:extLst>
          </p:cNvPr>
          <p:cNvSpPr/>
          <p:nvPr/>
        </p:nvSpPr>
        <p:spPr>
          <a:xfrm>
            <a:off x="3648694" y="5309269"/>
            <a:ext cx="868725" cy="864592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7C616FEB-53C4-7BE6-5F6B-427F3445B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2381" y="5443115"/>
            <a:ext cx="641350" cy="596900"/>
          </a:xfrm>
          <a:prstGeom prst="rect">
            <a:avLst/>
          </a:prstGeom>
        </p:spPr>
      </p:pic>
      <p:sp>
        <p:nvSpPr>
          <p:cNvPr id="2807" name="Google Shape;2807;p269"/>
          <p:cNvSpPr txBox="1">
            <a:spLocks noGrp="1"/>
          </p:cNvSpPr>
          <p:nvPr>
            <p:ph type="body" idx="1"/>
          </p:nvPr>
        </p:nvSpPr>
        <p:spPr>
          <a:xfrm>
            <a:off x="3421087" y="1932634"/>
            <a:ext cx="8528120" cy="225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Muitos sistemas bancários utilizados até hoje ainda executam programas desenvolvidos há décadas. Mesmo sem uma interface moderna, eles recebem milhares de escolhas dos usuários todos os dias e respondem corretamente a cada uma delas. Isso é possível porque seguem um fluxo organizado para receber a escolha do usuário, executar a operação correta e apresentar o resultado.</a:t>
            </a:r>
            <a:endParaRPr sz="2000" b="1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09" name="Google Shape;2809;p269"/>
          <p:cNvGrpSpPr/>
          <p:nvPr/>
        </p:nvGrpSpPr>
        <p:grpSpPr>
          <a:xfrm>
            <a:off x="11470851" y="-15180"/>
            <a:ext cx="721836" cy="732801"/>
            <a:chOff x="17205424" y="-22770"/>
            <a:chExt cx="1082700" cy="1099146"/>
          </a:xfrm>
        </p:grpSpPr>
        <p:sp>
          <p:nvSpPr>
            <p:cNvPr id="2810" name="Google Shape;2810;p269"/>
            <p:cNvSpPr/>
            <p:nvPr/>
          </p:nvSpPr>
          <p:spPr>
            <a:xfrm flipH="1">
              <a:off x="17208525" y="0"/>
              <a:ext cx="1079474" cy="1076376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9AC2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1" name="Google Shape;2811;p269"/>
            <p:cNvGrpSpPr/>
            <p:nvPr/>
          </p:nvGrpSpPr>
          <p:grpSpPr>
            <a:xfrm>
              <a:off x="17492825" y="308532"/>
              <a:ext cx="573896" cy="683969"/>
              <a:chOff x="16810081" y="921861"/>
              <a:chExt cx="743774" cy="886429"/>
            </a:xfrm>
          </p:grpSpPr>
          <p:grpSp>
            <p:nvGrpSpPr>
              <p:cNvPr id="2812" name="Google Shape;2812;p269"/>
              <p:cNvGrpSpPr/>
              <p:nvPr/>
            </p:nvGrpSpPr>
            <p:grpSpPr>
              <a:xfrm>
                <a:off x="16810084" y="1434434"/>
                <a:ext cx="691713" cy="373856"/>
                <a:chOff x="16866377" y="1492565"/>
                <a:chExt cx="691713" cy="373856"/>
              </a:xfrm>
            </p:grpSpPr>
            <p:sp>
              <p:nvSpPr>
                <p:cNvPr id="2813" name="Google Shape;2813;p269"/>
                <p:cNvSpPr/>
                <p:nvPr/>
              </p:nvSpPr>
              <p:spPr>
                <a:xfrm>
                  <a:off x="17335767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4" name="Google Shape;2814;p269"/>
                <p:cNvSpPr/>
                <p:nvPr/>
              </p:nvSpPr>
              <p:spPr>
                <a:xfrm>
                  <a:off x="16940479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5" name="Google Shape;2815;p269"/>
                <p:cNvSpPr/>
                <p:nvPr/>
              </p:nvSpPr>
              <p:spPr>
                <a:xfrm>
                  <a:off x="17289475" y="1660871"/>
                  <a:ext cx="26861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15" h="148399" extrusionOk="0">
                      <a:moveTo>
                        <a:pt x="253746" y="44101"/>
                      </a:moveTo>
                      <a:cubicBezTo>
                        <a:pt x="232401" y="27476"/>
                        <a:pt x="207702" y="15681"/>
                        <a:pt x="181356" y="9525"/>
                      </a:cubicBezTo>
                      <a:cubicBezTo>
                        <a:pt x="161530" y="3742"/>
                        <a:pt x="141041" y="541"/>
                        <a:pt x="120396" y="0"/>
                      </a:cubicBezTo>
                      <a:cubicBezTo>
                        <a:pt x="99702" y="-45"/>
                        <a:pt x="79130" y="3169"/>
                        <a:pt x="59436" y="9525"/>
                      </a:cubicBezTo>
                      <a:cubicBezTo>
                        <a:pt x="39707" y="14783"/>
                        <a:pt x="20843" y="22868"/>
                        <a:pt x="3429" y="33529"/>
                      </a:cubicBezTo>
                      <a:cubicBezTo>
                        <a:pt x="2286" y="34862"/>
                        <a:pt x="1238" y="36196"/>
                        <a:pt x="0" y="37434"/>
                      </a:cubicBezTo>
                      <a:cubicBezTo>
                        <a:pt x="27701" y="44889"/>
                        <a:pt x="53615" y="57847"/>
                        <a:pt x="76200" y="75534"/>
                      </a:cubicBezTo>
                      <a:cubicBezTo>
                        <a:pt x="94021" y="88541"/>
                        <a:pt x="104425" y="109385"/>
                        <a:pt x="104108" y="131446"/>
                      </a:cubicBezTo>
                      <a:lnTo>
                        <a:pt x="104108" y="148400"/>
                      </a:lnTo>
                      <a:lnTo>
                        <a:pt x="268605" y="148400"/>
                      </a:lnTo>
                      <a:lnTo>
                        <a:pt x="268605" y="73819"/>
                      </a:lnTo>
                      <a:cubicBezTo>
                        <a:pt x="268892" y="62061"/>
                        <a:pt x="263324" y="50927"/>
                        <a:pt x="253746" y="441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6" name="Google Shape;2816;p269"/>
                <p:cNvSpPr/>
                <p:nvPr/>
              </p:nvSpPr>
              <p:spPr>
                <a:xfrm>
                  <a:off x="16866377" y="1660872"/>
                  <a:ext cx="26860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05" h="148399" extrusionOk="0">
                      <a:moveTo>
                        <a:pt x="164687" y="131445"/>
                      </a:moveTo>
                      <a:cubicBezTo>
                        <a:pt x="164708" y="110012"/>
                        <a:pt x="174533" y="89766"/>
                        <a:pt x="191357" y="76486"/>
                      </a:cubicBezTo>
                      <a:lnTo>
                        <a:pt x="192500" y="75534"/>
                      </a:lnTo>
                      <a:lnTo>
                        <a:pt x="193739" y="74676"/>
                      </a:lnTo>
                      <a:cubicBezTo>
                        <a:pt x="216581" y="58427"/>
                        <a:pt x="241848" y="45890"/>
                        <a:pt x="268605" y="37529"/>
                      </a:cubicBezTo>
                      <a:cubicBezTo>
                        <a:pt x="266700" y="35529"/>
                        <a:pt x="264986" y="33433"/>
                        <a:pt x="263176" y="31338"/>
                      </a:cubicBezTo>
                      <a:cubicBezTo>
                        <a:pt x="246437" y="21538"/>
                        <a:pt x="228377" y="14193"/>
                        <a:pt x="209550" y="9525"/>
                      </a:cubicBezTo>
                      <a:cubicBezTo>
                        <a:pt x="189726" y="3734"/>
                        <a:pt x="169235" y="532"/>
                        <a:pt x="148590" y="0"/>
                      </a:cubicBezTo>
                      <a:cubicBezTo>
                        <a:pt x="127896" y="-39"/>
                        <a:pt x="107326" y="3176"/>
                        <a:pt x="87630" y="9525"/>
                      </a:cubicBezTo>
                      <a:cubicBezTo>
                        <a:pt x="61651" y="16693"/>
                        <a:pt x="37144" y="28399"/>
                        <a:pt x="15240" y="44101"/>
                      </a:cubicBezTo>
                      <a:cubicBezTo>
                        <a:pt x="5858" y="51134"/>
                        <a:pt x="236" y="62096"/>
                        <a:pt x="0" y="73819"/>
                      </a:cubicBezTo>
                      <a:lnTo>
                        <a:pt x="0" y="148400"/>
                      </a:lnTo>
                      <a:lnTo>
                        <a:pt x="164687" y="1484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7" name="Google Shape;2817;p269"/>
                <p:cNvSpPr/>
                <p:nvPr/>
              </p:nvSpPr>
              <p:spPr>
                <a:xfrm>
                  <a:off x="17064018" y="1718592"/>
                  <a:ext cx="296430" cy="147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430" h="147829" extrusionOk="0">
                      <a:moveTo>
                        <a:pt x="0" y="147830"/>
                      </a:moveTo>
                      <a:lnTo>
                        <a:pt x="0" y="73725"/>
                      </a:lnTo>
                      <a:cubicBezTo>
                        <a:pt x="45" y="62069"/>
                        <a:pt x="5544" y="51107"/>
                        <a:pt x="14859" y="44102"/>
                      </a:cubicBezTo>
                      <a:cubicBezTo>
                        <a:pt x="36723" y="28334"/>
                        <a:pt x="61243" y="16622"/>
                        <a:pt x="87249" y="9527"/>
                      </a:cubicBezTo>
                      <a:cubicBezTo>
                        <a:pt x="106934" y="3133"/>
                        <a:pt x="127512" y="-82"/>
                        <a:pt x="148209" y="2"/>
                      </a:cubicBezTo>
                      <a:cubicBezTo>
                        <a:pt x="168859" y="486"/>
                        <a:pt x="189355" y="3690"/>
                        <a:pt x="209169" y="9527"/>
                      </a:cubicBezTo>
                      <a:cubicBezTo>
                        <a:pt x="235567" y="15619"/>
                        <a:pt x="260308" y="27421"/>
                        <a:pt x="281654" y="44102"/>
                      </a:cubicBezTo>
                      <a:cubicBezTo>
                        <a:pt x="291195" y="50908"/>
                        <a:pt x="296728" y="62010"/>
                        <a:pt x="296418" y="73725"/>
                      </a:cubicBezTo>
                      <a:lnTo>
                        <a:pt x="296418" y="1478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8" name="Google Shape;2818;p269"/>
                <p:cNvSpPr/>
                <p:nvPr/>
              </p:nvSpPr>
              <p:spPr>
                <a:xfrm>
                  <a:off x="17138123" y="1550192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5"/>
                      </a:moveTo>
                      <a:cubicBezTo>
                        <a:pt x="148209" y="115031"/>
                        <a:pt x="115031" y="148209"/>
                        <a:pt x="74105" y="148209"/>
                      </a:cubicBezTo>
                      <a:cubicBezTo>
                        <a:pt x="33178" y="148209"/>
                        <a:pt x="0" y="115031"/>
                        <a:pt x="0" y="74105"/>
                      </a:cubicBezTo>
                      <a:cubicBezTo>
                        <a:pt x="0" y="33178"/>
                        <a:pt x="33178" y="0"/>
                        <a:pt x="74105" y="0"/>
                      </a:cubicBezTo>
                      <a:cubicBezTo>
                        <a:pt x="115031" y="0"/>
                        <a:pt x="148209" y="33178"/>
                        <a:pt x="148209" y="74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9" name="Google Shape;2819;p269"/>
              <p:cNvGrpSpPr/>
              <p:nvPr/>
            </p:nvGrpSpPr>
            <p:grpSpPr>
              <a:xfrm>
                <a:off x="16810081" y="921861"/>
                <a:ext cx="743774" cy="512573"/>
                <a:chOff x="16933626" y="782036"/>
                <a:chExt cx="743774" cy="512573"/>
              </a:xfrm>
            </p:grpSpPr>
            <p:sp>
              <p:nvSpPr>
                <p:cNvPr id="2820" name="Google Shape;2820;p269"/>
                <p:cNvSpPr/>
                <p:nvPr/>
              </p:nvSpPr>
              <p:spPr>
                <a:xfrm>
                  <a:off x="16933626" y="782036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323850" y="66675"/>
                      </a:moveTo>
                      <a:lnTo>
                        <a:pt x="476250" y="66675"/>
                      </a:ln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95250" y="333375"/>
                      </a:lnTo>
                      <a:lnTo>
                        <a:pt x="95250" y="428625"/>
                      </a:lnTo>
                      <a:lnTo>
                        <a:pt x="190500" y="333375"/>
                      </a:lnTo>
                      <a:lnTo>
                        <a:pt x="247650" y="333375"/>
                      </a:lnTo>
                      <a:lnTo>
                        <a:pt x="247650" y="142875"/>
                      </a:lnTo>
                      <a:cubicBezTo>
                        <a:pt x="247650" y="100965"/>
                        <a:pt x="281940" y="66675"/>
                        <a:pt x="323850" y="666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1" name="Google Shape;2821;p269"/>
                <p:cNvSpPr/>
                <p:nvPr/>
              </p:nvSpPr>
              <p:spPr>
                <a:xfrm>
                  <a:off x="17201150" y="865984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438150" y="0"/>
                      </a:move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285750" y="333375"/>
                      </a:lnTo>
                      <a:lnTo>
                        <a:pt x="381000" y="428625"/>
                      </a:lnTo>
                      <a:lnTo>
                        <a:pt x="381000" y="333375"/>
                      </a:lnTo>
                      <a:lnTo>
                        <a:pt x="438150" y="333375"/>
                      </a:lnTo>
                      <a:cubicBezTo>
                        <a:pt x="459105" y="333375"/>
                        <a:pt x="476250" y="316230"/>
                        <a:pt x="476250" y="295275"/>
                      </a:cubicBez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822" name="Google Shape;2822;p269"/>
            <p:cNvSpPr txBox="1"/>
            <p:nvPr/>
          </p:nvSpPr>
          <p:spPr>
            <a:xfrm>
              <a:off x="17205424" y="-22770"/>
              <a:ext cx="1082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50" rIns="60950" bIns="30450" anchor="t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pt-BR" sz="933" b="1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Diálogo</a:t>
              </a:r>
              <a:endPara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r" rtl="0">
                <a:lnSpc>
                  <a:spcPct val="107000"/>
                </a:lnSpc>
                <a:spcBef>
                  <a:spcPts val="715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1333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823" name="Google Shape;2823;p269"/>
          <p:cNvSpPr/>
          <p:nvPr/>
        </p:nvSpPr>
        <p:spPr>
          <a:xfrm>
            <a:off x="7494767" y="3555262"/>
            <a:ext cx="1387" cy="11666"/>
          </a:xfrm>
          <a:custGeom>
            <a:avLst/>
            <a:gdLst/>
            <a:ahLst/>
            <a:cxnLst/>
            <a:rect l="l" t="t" r="r" b="b"/>
            <a:pathLst>
              <a:path w="2078" h="17477" extrusionOk="0">
                <a:moveTo>
                  <a:pt x="1044" y="0"/>
                </a:moveTo>
                <a:cubicBezTo>
                  <a:pt x="16" y="5826"/>
                  <a:pt x="-670" y="11651"/>
                  <a:pt x="1044" y="17477"/>
                </a:cubicBezTo>
                <a:cubicBezTo>
                  <a:pt x="2186" y="11651"/>
                  <a:pt x="2643" y="5826"/>
                  <a:pt x="1044" y="0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4" name="Google Shape;2824;p269"/>
          <p:cNvSpPr/>
          <p:nvPr/>
        </p:nvSpPr>
        <p:spPr>
          <a:xfrm>
            <a:off x="7310524" y="3563486"/>
            <a:ext cx="1491" cy="2287"/>
          </a:xfrm>
          <a:custGeom>
            <a:avLst/>
            <a:gdLst/>
            <a:ahLst/>
            <a:cxnLst/>
            <a:rect l="l" t="t" r="r" b="b"/>
            <a:pathLst>
              <a:path w="2233" h="3426" extrusionOk="0">
                <a:moveTo>
                  <a:pt x="1085" y="3427"/>
                </a:moveTo>
                <a:cubicBezTo>
                  <a:pt x="2799" y="2170"/>
                  <a:pt x="2456" y="1028"/>
                  <a:pt x="971" y="0"/>
                </a:cubicBezTo>
                <a:cubicBezTo>
                  <a:pt x="-286" y="1257"/>
                  <a:pt x="-400" y="2285"/>
                  <a:pt x="1085" y="3427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5" name="Google Shape;2825;p269"/>
          <p:cNvSpPr/>
          <p:nvPr/>
        </p:nvSpPr>
        <p:spPr>
          <a:xfrm>
            <a:off x="7493559" y="3574186"/>
            <a:ext cx="1328" cy="1249"/>
          </a:xfrm>
          <a:custGeom>
            <a:avLst/>
            <a:gdLst/>
            <a:ahLst/>
            <a:cxnLst/>
            <a:rect l="l" t="t" r="r" b="b"/>
            <a:pathLst>
              <a:path w="1990" h="1871" extrusionOk="0">
                <a:moveTo>
                  <a:pt x="1942" y="56"/>
                </a:moveTo>
                <a:cubicBezTo>
                  <a:pt x="685" y="-172"/>
                  <a:pt x="0" y="285"/>
                  <a:pt x="0" y="1655"/>
                </a:cubicBezTo>
                <a:cubicBezTo>
                  <a:pt x="1599" y="2226"/>
                  <a:pt x="2170" y="1655"/>
                  <a:pt x="1942" y="56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A53BFF9-8A11-636F-D48A-057C5FE0B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193" y="159524"/>
            <a:ext cx="7178662" cy="163844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9BF8DEB-3A8C-5305-E0EC-7D0DF076C640}"/>
              </a:ext>
            </a:extLst>
          </p:cNvPr>
          <p:cNvSpPr txBox="1"/>
          <p:nvPr/>
        </p:nvSpPr>
        <p:spPr>
          <a:xfrm>
            <a:off x="3401177" y="4967330"/>
            <a:ext cx="3791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Fonte: VALENTE SOLUÇÕES EM INFORMÁTICA. </a:t>
            </a:r>
            <a:endParaRPr lang="pt-BR" sz="11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69F9A2-3BFA-0B81-DB1B-ACD6C6CB66CD}"/>
              </a:ext>
            </a:extLst>
          </p:cNvPr>
          <p:cNvSpPr txBox="1"/>
          <p:nvPr/>
        </p:nvSpPr>
        <p:spPr>
          <a:xfrm>
            <a:off x="4631107" y="5816625"/>
            <a:ext cx="69353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Leia a matéria na íntegra em: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https://www.valentesolucoes.com.br/blog/por-que-o-cobol-ainda-domina-bancos-caixas-eletronicos-e-sistemas-críticos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.   </a:t>
            </a: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5589133-0149-D8CE-E9DA-8E2DF63B4FE2}"/>
              </a:ext>
            </a:extLst>
          </p:cNvPr>
          <p:cNvSpPr txBox="1"/>
          <p:nvPr/>
        </p:nvSpPr>
        <p:spPr>
          <a:xfrm>
            <a:off x="3421087" y="4224548"/>
            <a:ext cx="79778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Blip>
                <a:blip r:embed="rId6"/>
              </a:buBlip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Depois que o usuário escolhe uma opção, quais etapas o programa executa antes de exibir o menu novamente?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270"/>
          <p:cNvSpPr txBox="1">
            <a:spLocks noGrp="1"/>
          </p:cNvSpPr>
          <p:nvPr>
            <p:ph type="body" idx="1"/>
          </p:nvPr>
        </p:nvSpPr>
        <p:spPr>
          <a:xfrm>
            <a:off x="2759649" y="821196"/>
            <a:ext cx="9120483" cy="64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Como um programa com menu funciona?</a:t>
            </a:r>
            <a:endParaRPr sz="3200" dirty="0"/>
          </a:p>
        </p:txBody>
      </p:sp>
      <p:sp>
        <p:nvSpPr>
          <p:cNvPr id="2833" name="Google Shape;2833;p270"/>
          <p:cNvSpPr txBox="1"/>
          <p:nvPr/>
        </p:nvSpPr>
        <p:spPr>
          <a:xfrm>
            <a:off x="2759649" y="1705482"/>
            <a:ext cx="5098476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Sempre que o usuário escolhe uma opção, o programa executa uma sequência organizada de etapas antes de exibir o resultado ou retornar ao menu.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4" name="Google Shape;2834;p270"/>
          <p:cNvSpPr txBox="1"/>
          <p:nvPr/>
        </p:nvSpPr>
        <p:spPr>
          <a:xfrm>
            <a:off x="2759649" y="3321875"/>
            <a:ext cx="3000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buNone/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5" name="Google Shape;2835;p270"/>
          <p:cNvSpPr txBox="1"/>
          <p:nvPr/>
        </p:nvSpPr>
        <p:spPr>
          <a:xfrm>
            <a:off x="2692958" y="5916873"/>
            <a:ext cx="6696848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36" name="Google Shape;2836;p270" title="ChatGPT Image 6 de ago. de 2026, 21_47_15.png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66198" y="3814287"/>
            <a:ext cx="6617689" cy="20979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6;p4">
            <a:extLst>
              <a:ext uri="{FF2B5EF4-FFF2-40B4-BE49-F238E27FC236}">
                <a16:creationId xmlns:a16="http://schemas.microsoft.com/office/drawing/2014/main" id="{F1E8E26B-9F48-EEBB-4A21-2C26F3E3081E}"/>
              </a:ext>
            </a:extLst>
          </p:cNvPr>
          <p:cNvSpPr txBox="1"/>
          <p:nvPr/>
        </p:nvSpPr>
        <p:spPr>
          <a:xfrm>
            <a:off x="8671074" y="2126786"/>
            <a:ext cx="3209058" cy="1508832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spcBef>
                <a:spcPts val="1200"/>
              </a:spcBef>
            </a:pPr>
            <a:r>
              <a:rPr lang="pt-BR" sz="22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Todo programa com menu segue um fluxo de execução.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5DD0ABE-C379-D771-12EE-E9D977781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598" y="1723194"/>
            <a:ext cx="3471333" cy="728133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63A4B4AB-DD77-F62A-93E1-06D57D0CA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4981" y="1811603"/>
            <a:ext cx="499533" cy="4826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DE5A3BE-397C-642D-2A23-52410E77BDA7}"/>
              </a:ext>
            </a:extLst>
          </p:cNvPr>
          <p:cNvSpPr txBox="1"/>
          <p:nvPr/>
        </p:nvSpPr>
        <p:spPr>
          <a:xfrm>
            <a:off x="9303580" y="1949088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DESTAQUE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p271"/>
          <p:cNvSpPr txBox="1">
            <a:spLocks noGrp="1"/>
          </p:cNvSpPr>
          <p:nvPr>
            <p:ph type="body" idx="1"/>
          </p:nvPr>
        </p:nvSpPr>
        <p:spPr>
          <a:xfrm>
            <a:off x="2759648" y="810820"/>
            <a:ext cx="9241851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Entrada: recebendo a escolha do usuário</a:t>
            </a:r>
            <a:endParaRPr sz="3200" dirty="0"/>
          </a:p>
        </p:txBody>
      </p:sp>
      <p:sp>
        <p:nvSpPr>
          <p:cNvPr id="2847" name="Google Shape;2847;p271"/>
          <p:cNvSpPr txBox="1"/>
          <p:nvPr/>
        </p:nvSpPr>
        <p:spPr>
          <a:xfrm>
            <a:off x="2759649" y="1681769"/>
            <a:ext cx="8134323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entrada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o momento em que o programa recebe uma informação do usuário. 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um programa com menu, essa informação normalmente é a opção escolhida para continuar a execução.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8" name="Google Shape;2848;p271"/>
          <p:cNvSpPr txBox="1"/>
          <p:nvPr/>
        </p:nvSpPr>
        <p:spPr>
          <a:xfrm>
            <a:off x="2759649" y="3281897"/>
            <a:ext cx="3755451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Neste exemplo, o programa exibe o menu e aguarda até que o usuário digite uma opção.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9" name="Google Shape;2849;p2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810" y="3429000"/>
            <a:ext cx="4829900" cy="193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0" name="Google Shape;2850;p271"/>
          <p:cNvSpPr txBox="1"/>
          <p:nvPr/>
        </p:nvSpPr>
        <p:spPr>
          <a:xfrm>
            <a:off x="6648855" y="5360019"/>
            <a:ext cx="545742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Google Shape;2856;p272"/>
          <p:cNvSpPr txBox="1">
            <a:spLocks noGrp="1"/>
          </p:cNvSpPr>
          <p:nvPr>
            <p:ph type="body" idx="1"/>
          </p:nvPr>
        </p:nvSpPr>
        <p:spPr>
          <a:xfrm>
            <a:off x="2759649" y="812240"/>
            <a:ext cx="9468138" cy="54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Decisão: escolhendo o caminho do programa</a:t>
            </a:r>
            <a:endParaRPr sz="3100" dirty="0"/>
          </a:p>
        </p:txBody>
      </p:sp>
      <p:sp>
        <p:nvSpPr>
          <p:cNvPr id="2857" name="Google Shape;2857;p272"/>
          <p:cNvSpPr txBox="1"/>
          <p:nvPr/>
        </p:nvSpPr>
        <p:spPr>
          <a:xfrm>
            <a:off x="2759649" y="1696001"/>
            <a:ext cx="4162538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 de receber a opção do usuário, o programa precisa decidir qual ação executar.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Essa decisão acontece comparando a opção digitada com as alternativas disponíveis no menu.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8" name="Google Shape;2858;p272"/>
          <p:cNvSpPr txBox="1"/>
          <p:nvPr/>
        </p:nvSpPr>
        <p:spPr>
          <a:xfrm>
            <a:off x="7417487" y="5221330"/>
            <a:ext cx="3923137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59" name="Google Shape;2859;p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0782" y="1798595"/>
            <a:ext cx="3923137" cy="3451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Google Shape;2869;p273"/>
          <p:cNvSpPr/>
          <p:nvPr/>
        </p:nvSpPr>
        <p:spPr>
          <a:xfrm>
            <a:off x="2999470" y="3627338"/>
            <a:ext cx="3421996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273"/>
          <p:cNvSpPr/>
          <p:nvPr/>
        </p:nvSpPr>
        <p:spPr>
          <a:xfrm>
            <a:off x="6738425" y="3614075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273"/>
          <p:cNvSpPr/>
          <p:nvPr/>
        </p:nvSpPr>
        <p:spPr>
          <a:xfrm>
            <a:off x="3013506" y="471663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273"/>
          <p:cNvSpPr/>
          <p:nvPr/>
        </p:nvSpPr>
        <p:spPr>
          <a:xfrm>
            <a:off x="6739928" y="470336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4" name="Google Shape;2874;p273"/>
          <p:cNvSpPr txBox="1">
            <a:spLocks noGrp="1"/>
          </p:cNvSpPr>
          <p:nvPr>
            <p:ph type="body" idx="1"/>
          </p:nvPr>
        </p:nvSpPr>
        <p:spPr>
          <a:xfrm>
            <a:off x="2989944" y="871975"/>
            <a:ext cx="7430405" cy="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buSzPts val="1100"/>
              <a:buNone/>
            </a:pPr>
            <a:r>
              <a:rPr lang="pt-BR" sz="3000" dirty="0">
                <a:solidFill>
                  <a:schemeClr val="lt1"/>
                </a:solidFill>
              </a:rPr>
              <a:t>Após receber a opção de saque, o programa consulta o saldo, verifica se há valor disponível e mostra uma mensagem. Qual etapa define se o saque pode continuar?</a:t>
            </a:r>
            <a:endParaRPr sz="3000" dirty="0">
              <a:solidFill>
                <a:schemeClr val="lt1"/>
              </a:solidFill>
            </a:endParaRPr>
          </a:p>
        </p:txBody>
      </p:sp>
      <p:sp>
        <p:nvSpPr>
          <p:cNvPr id="2875" name="Google Shape;2875;p273"/>
          <p:cNvSpPr txBox="1"/>
          <p:nvPr/>
        </p:nvSpPr>
        <p:spPr>
          <a:xfrm>
            <a:off x="2999470" y="4973971"/>
            <a:ext cx="3442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Processamento do saldo.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6" name="Google Shape;2876;p273"/>
          <p:cNvSpPr txBox="1"/>
          <p:nvPr/>
        </p:nvSpPr>
        <p:spPr>
          <a:xfrm>
            <a:off x="3061327" y="3867539"/>
            <a:ext cx="3325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Entrada da opção.</a:t>
            </a:r>
            <a:endParaRPr sz="2000" dirty="0"/>
          </a:p>
        </p:txBody>
      </p:sp>
      <p:sp>
        <p:nvSpPr>
          <p:cNvPr id="2877" name="Google Shape;2877;p273"/>
          <p:cNvSpPr txBox="1"/>
          <p:nvPr/>
        </p:nvSpPr>
        <p:spPr>
          <a:xfrm>
            <a:off x="6738425" y="3864446"/>
            <a:ext cx="33951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Decisão sobre o saldo.</a:t>
            </a:r>
            <a:endParaRPr sz="2000" dirty="0"/>
          </a:p>
        </p:txBody>
      </p:sp>
      <p:sp>
        <p:nvSpPr>
          <p:cNvPr id="2878" name="Google Shape;2878;p273"/>
          <p:cNvSpPr txBox="1"/>
          <p:nvPr/>
        </p:nvSpPr>
        <p:spPr>
          <a:xfrm>
            <a:off x="6738425" y="4967682"/>
            <a:ext cx="33951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Repetição do menu.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FAE21587-A49B-BAEC-434A-FBF2CD6A0847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D244D6B-278E-4DEE-C60C-CCDF2B3C68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A4DEF10E-96EF-A160-A58D-D3479D3E90AF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274"/>
          <p:cNvSpPr txBox="1"/>
          <p:nvPr/>
        </p:nvSpPr>
        <p:spPr>
          <a:xfrm>
            <a:off x="1625600" y="1295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274"/>
          <p:cNvSpPr txBox="1"/>
          <p:nvPr/>
        </p:nvSpPr>
        <p:spPr>
          <a:xfrm>
            <a:off x="723900" y="125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p274"/>
          <p:cNvSpPr txBox="1"/>
          <p:nvPr/>
        </p:nvSpPr>
        <p:spPr>
          <a:xfrm>
            <a:off x="1054100" y="14859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274"/>
          <p:cNvSpPr/>
          <p:nvPr/>
        </p:nvSpPr>
        <p:spPr>
          <a:xfrm>
            <a:off x="2437471" y="3752494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274"/>
          <p:cNvSpPr/>
          <p:nvPr/>
        </p:nvSpPr>
        <p:spPr>
          <a:xfrm>
            <a:off x="2448567" y="4797238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274"/>
          <p:cNvSpPr/>
          <p:nvPr/>
        </p:nvSpPr>
        <p:spPr>
          <a:xfrm>
            <a:off x="10211714" y="4832829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274"/>
          <p:cNvSpPr/>
          <p:nvPr/>
        </p:nvSpPr>
        <p:spPr>
          <a:xfrm rot="-3044895">
            <a:off x="10262878" y="3858143"/>
            <a:ext cx="385473" cy="265854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03A4754E-92C2-46AA-BBD0-B9D61A14AA24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1452CDC-E320-0E76-B1C4-FEADF20D33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85D47060-D526-EA56-5D21-2B22B4DF65CB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6" name="Google Shape;2869;p273">
            <a:extLst>
              <a:ext uri="{FF2B5EF4-FFF2-40B4-BE49-F238E27FC236}">
                <a16:creationId xmlns:a16="http://schemas.microsoft.com/office/drawing/2014/main" id="{15496461-2E49-E5C0-D349-8031DC223702}"/>
              </a:ext>
            </a:extLst>
          </p:cNvPr>
          <p:cNvSpPr/>
          <p:nvPr/>
        </p:nvSpPr>
        <p:spPr>
          <a:xfrm>
            <a:off x="2999470" y="3627338"/>
            <a:ext cx="3421996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870;p273">
            <a:extLst>
              <a:ext uri="{FF2B5EF4-FFF2-40B4-BE49-F238E27FC236}">
                <a16:creationId xmlns:a16="http://schemas.microsoft.com/office/drawing/2014/main" id="{D51AEB8A-71B2-8B22-5B1C-2416398C6425}"/>
              </a:ext>
            </a:extLst>
          </p:cNvPr>
          <p:cNvSpPr/>
          <p:nvPr/>
        </p:nvSpPr>
        <p:spPr>
          <a:xfrm>
            <a:off x="6738425" y="3614075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871;p273">
            <a:extLst>
              <a:ext uri="{FF2B5EF4-FFF2-40B4-BE49-F238E27FC236}">
                <a16:creationId xmlns:a16="http://schemas.microsoft.com/office/drawing/2014/main" id="{AE86AE31-9FCF-70F9-78AE-86DAADF7FC3B}"/>
              </a:ext>
            </a:extLst>
          </p:cNvPr>
          <p:cNvSpPr/>
          <p:nvPr/>
        </p:nvSpPr>
        <p:spPr>
          <a:xfrm>
            <a:off x="3013506" y="471663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872;p273">
            <a:extLst>
              <a:ext uri="{FF2B5EF4-FFF2-40B4-BE49-F238E27FC236}">
                <a16:creationId xmlns:a16="http://schemas.microsoft.com/office/drawing/2014/main" id="{8B990C25-75D5-FBD2-B810-771B3F2F6784}"/>
              </a:ext>
            </a:extLst>
          </p:cNvPr>
          <p:cNvSpPr/>
          <p:nvPr/>
        </p:nvSpPr>
        <p:spPr>
          <a:xfrm>
            <a:off x="6739928" y="470336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874;p273">
            <a:extLst>
              <a:ext uri="{FF2B5EF4-FFF2-40B4-BE49-F238E27FC236}">
                <a16:creationId xmlns:a16="http://schemas.microsoft.com/office/drawing/2014/main" id="{93252FBA-CEF0-C927-8563-93AF5F13C9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944" y="871975"/>
            <a:ext cx="7430405" cy="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buSzPts val="1100"/>
              <a:buNone/>
            </a:pPr>
            <a:r>
              <a:rPr lang="pt-BR" sz="3000" dirty="0">
                <a:solidFill>
                  <a:schemeClr val="lt1"/>
                </a:solidFill>
              </a:rPr>
              <a:t>Após receber a opção de saque, o programa consulta o saldo, verifica se há valor disponível e mostra uma mensagem. Qual etapa define se o saque pode continuar?</a:t>
            </a:r>
            <a:endParaRPr sz="3000" dirty="0">
              <a:solidFill>
                <a:schemeClr val="lt1"/>
              </a:solidFill>
            </a:endParaRPr>
          </a:p>
        </p:txBody>
      </p:sp>
      <p:sp>
        <p:nvSpPr>
          <p:cNvPr id="12" name="Google Shape;2875;p273">
            <a:extLst>
              <a:ext uri="{FF2B5EF4-FFF2-40B4-BE49-F238E27FC236}">
                <a16:creationId xmlns:a16="http://schemas.microsoft.com/office/drawing/2014/main" id="{C0F86D56-8AC2-B46A-0C3A-E19C28A9B2BD}"/>
              </a:ext>
            </a:extLst>
          </p:cNvPr>
          <p:cNvSpPr txBox="1"/>
          <p:nvPr/>
        </p:nvSpPr>
        <p:spPr>
          <a:xfrm>
            <a:off x="2999470" y="4973971"/>
            <a:ext cx="3442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Processamento do saldo.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2876;p273">
            <a:extLst>
              <a:ext uri="{FF2B5EF4-FFF2-40B4-BE49-F238E27FC236}">
                <a16:creationId xmlns:a16="http://schemas.microsoft.com/office/drawing/2014/main" id="{A86083E1-AAB9-C33B-C30B-D67DAE9A1E9D}"/>
              </a:ext>
            </a:extLst>
          </p:cNvPr>
          <p:cNvSpPr txBox="1"/>
          <p:nvPr/>
        </p:nvSpPr>
        <p:spPr>
          <a:xfrm>
            <a:off x="3061327" y="3867539"/>
            <a:ext cx="3325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Entrada da opção.</a:t>
            </a:r>
            <a:endParaRPr sz="2000" dirty="0"/>
          </a:p>
        </p:txBody>
      </p:sp>
      <p:sp>
        <p:nvSpPr>
          <p:cNvPr id="14" name="Google Shape;2877;p273">
            <a:extLst>
              <a:ext uri="{FF2B5EF4-FFF2-40B4-BE49-F238E27FC236}">
                <a16:creationId xmlns:a16="http://schemas.microsoft.com/office/drawing/2014/main" id="{0429C716-BDD4-8F94-F9EA-947C661AFE6A}"/>
              </a:ext>
            </a:extLst>
          </p:cNvPr>
          <p:cNvSpPr txBox="1"/>
          <p:nvPr/>
        </p:nvSpPr>
        <p:spPr>
          <a:xfrm>
            <a:off x="6738425" y="3864446"/>
            <a:ext cx="33951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Decisão sobre o saldo.</a:t>
            </a:r>
            <a:endParaRPr sz="2000" dirty="0"/>
          </a:p>
        </p:txBody>
      </p:sp>
      <p:sp>
        <p:nvSpPr>
          <p:cNvPr id="15" name="Google Shape;2878;p273">
            <a:extLst>
              <a:ext uri="{FF2B5EF4-FFF2-40B4-BE49-F238E27FC236}">
                <a16:creationId xmlns:a16="http://schemas.microsoft.com/office/drawing/2014/main" id="{02125993-33AC-19F5-1F72-43009D7DE242}"/>
              </a:ext>
            </a:extLst>
          </p:cNvPr>
          <p:cNvSpPr txBox="1"/>
          <p:nvPr/>
        </p:nvSpPr>
        <p:spPr>
          <a:xfrm>
            <a:off x="6738425" y="4967682"/>
            <a:ext cx="33951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Repetição do menu.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275"/>
          <p:cNvSpPr txBox="1">
            <a:spLocks noGrp="1"/>
          </p:cNvSpPr>
          <p:nvPr>
            <p:ph type="body" idx="1"/>
          </p:nvPr>
        </p:nvSpPr>
        <p:spPr>
          <a:xfrm>
            <a:off x="2781375" y="801181"/>
            <a:ext cx="8512200" cy="544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Saída: apresentando o resultado</a:t>
            </a:r>
            <a:endParaRPr sz="3200" dirty="0"/>
          </a:p>
        </p:txBody>
      </p:sp>
      <p:sp>
        <p:nvSpPr>
          <p:cNvPr id="2908" name="Google Shape;2908;p275"/>
          <p:cNvSpPr txBox="1"/>
          <p:nvPr/>
        </p:nvSpPr>
        <p:spPr>
          <a:xfrm>
            <a:off x="2781375" y="1718803"/>
            <a:ext cx="4147867" cy="333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 de executar a ação escolhida, o programa apresenta uma resposta ao usuário, que pode ser: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mensagem;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cálculo;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consulta;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qualquer informação gerada pelo programa.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09" name="Google Shape;2909;p2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4316" y="2836038"/>
            <a:ext cx="2330167" cy="128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0" name="Google Shape;2910;p2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4316" y="4897278"/>
            <a:ext cx="2092752" cy="1292322"/>
          </a:xfrm>
          <a:prstGeom prst="rect">
            <a:avLst/>
          </a:prstGeom>
          <a:noFill/>
          <a:ln>
            <a:noFill/>
          </a:ln>
        </p:spPr>
      </p:pic>
      <p:sp>
        <p:nvSpPr>
          <p:cNvPr id="2911" name="Google Shape;2911;p275"/>
          <p:cNvSpPr txBox="1"/>
          <p:nvPr/>
        </p:nvSpPr>
        <p:spPr>
          <a:xfrm>
            <a:off x="6746083" y="1718803"/>
            <a:ext cx="482064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buNone/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</a:p>
        </p:txBody>
      </p:sp>
      <p:sp>
        <p:nvSpPr>
          <p:cNvPr id="2912" name="Google Shape;2912;p275"/>
          <p:cNvSpPr txBox="1"/>
          <p:nvPr/>
        </p:nvSpPr>
        <p:spPr>
          <a:xfrm>
            <a:off x="9156404" y="5618100"/>
            <a:ext cx="2546859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C15B61-B919-BC56-10CB-FB18ADB7DA0F}"/>
              </a:ext>
            </a:extLst>
          </p:cNvPr>
          <p:cNvSpPr txBox="1"/>
          <p:nvPr/>
        </p:nvSpPr>
        <p:spPr>
          <a:xfrm>
            <a:off x="6746083" y="4136040"/>
            <a:ext cx="5329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Se escolher 0, a saída será: “Encerrando...”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470E92D-E4B6-C871-74A4-6013B3817E06}"/>
              </a:ext>
            </a:extLst>
          </p:cNvPr>
          <p:cNvSpPr txBox="1"/>
          <p:nvPr/>
        </p:nvSpPr>
        <p:spPr>
          <a:xfrm>
            <a:off x="6746083" y="2111053"/>
            <a:ext cx="48206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Se o usuário escolher 1, a saída será: “Bem-vindo!”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276"/>
          <p:cNvSpPr txBox="1">
            <a:spLocks noGrp="1"/>
          </p:cNvSpPr>
          <p:nvPr>
            <p:ph type="body" idx="1"/>
          </p:nvPr>
        </p:nvSpPr>
        <p:spPr>
          <a:xfrm>
            <a:off x="2781375" y="819379"/>
            <a:ext cx="8512200" cy="975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Um menu de verdade precisa continuar funcionando</a:t>
            </a:r>
            <a:endParaRPr sz="3100" dirty="0"/>
          </a:p>
        </p:txBody>
      </p:sp>
      <p:sp>
        <p:nvSpPr>
          <p:cNvPr id="2919" name="Google Shape;2919;p276"/>
          <p:cNvSpPr txBox="1"/>
          <p:nvPr/>
        </p:nvSpPr>
        <p:spPr>
          <a:xfrm>
            <a:off x="2781375" y="2576666"/>
            <a:ext cx="4683728" cy="210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60000" lvl="0" indent="-342900" algn="l" rtl="0"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apresentar opções;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42900" algn="l" rtl="0">
              <a:spcBef>
                <a:spcPts val="600"/>
              </a:spcBef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receber a escolha do usuário;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42900" algn="l" rtl="0">
              <a:spcBef>
                <a:spcPts val="600"/>
              </a:spcBef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decidir o que fazer;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42900" algn="l" rtl="0">
              <a:spcBef>
                <a:spcPts val="600"/>
              </a:spcBef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exibir uma resposta.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200"/>
              </a:spcBef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 disso, ele é encerrado.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6;p4">
            <a:extLst>
              <a:ext uri="{FF2B5EF4-FFF2-40B4-BE49-F238E27FC236}">
                <a16:creationId xmlns:a16="http://schemas.microsoft.com/office/drawing/2014/main" id="{725B1E1A-D7A0-3ACE-DE3B-E95796E69BC4}"/>
              </a:ext>
            </a:extLst>
          </p:cNvPr>
          <p:cNvSpPr txBox="1"/>
          <p:nvPr/>
        </p:nvSpPr>
        <p:spPr>
          <a:xfrm>
            <a:off x="7789269" y="3074799"/>
            <a:ext cx="4069356" cy="2863049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Em programas reais, como caixas eletrônicos ou sistemas de atendimento, o menu normalmente volta a ser exibido para que o usuário possa realizar outra operação.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B29A8F-C712-7672-FE41-D956DAD99E69}"/>
              </a:ext>
            </a:extLst>
          </p:cNvPr>
          <p:cNvSpPr txBox="1"/>
          <p:nvPr/>
        </p:nvSpPr>
        <p:spPr>
          <a:xfrm>
            <a:off x="2781375" y="20803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 programa que construímos já consegue: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2D12D85-07D9-AC81-E4AC-DC5977C24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625" y="2700867"/>
            <a:ext cx="3471333" cy="72813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4F3DAE3A-B475-7350-BEDD-2485FB80F3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2008" y="2789276"/>
            <a:ext cx="499533" cy="4826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EDCECF8-FF26-A42D-7860-7AEA9D92D952}"/>
              </a:ext>
            </a:extLst>
          </p:cNvPr>
          <p:cNvSpPr txBox="1"/>
          <p:nvPr/>
        </p:nvSpPr>
        <p:spPr>
          <a:xfrm>
            <a:off x="8360607" y="2926761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DESTAQUE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E55F9AF-1421-2086-9300-8867223046B4}"/>
              </a:ext>
            </a:extLst>
          </p:cNvPr>
          <p:cNvSpPr txBox="1"/>
          <p:nvPr/>
        </p:nvSpPr>
        <p:spPr>
          <a:xfrm>
            <a:off x="2562225" y="2901558"/>
            <a:ext cx="82677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latin typeface="Poppins"/>
                <a:ea typeface="Poppins"/>
                <a:cs typeface="Poppins"/>
                <a:sym typeface="Poppins"/>
              </a:rPr>
              <a:t>O que o programa precisaria fazer para que o menu aparecesse novamente depois de executar uma opção?</a:t>
            </a:r>
            <a:endParaRPr lang="pt-BR" sz="14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B548A85-B656-B739-6EF5-E7D50A631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85" y="1942187"/>
            <a:ext cx="3496733" cy="72813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8C30EE3-DF12-0800-5136-69EC0D61C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468" y="2010256"/>
            <a:ext cx="618067" cy="5672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AFF1911-A98F-67D8-A95A-7842330F57FD}"/>
              </a:ext>
            </a:extLst>
          </p:cNvPr>
          <p:cNvSpPr txBox="1"/>
          <p:nvPr/>
        </p:nvSpPr>
        <p:spPr>
          <a:xfrm>
            <a:off x="8109815" y="2155825"/>
            <a:ext cx="2384764" cy="21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l"/>
            <a:r>
              <a:rPr lang="pt-BR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COM SUAS PALAVRAS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p278"/>
          <p:cNvSpPr txBox="1"/>
          <p:nvPr/>
        </p:nvSpPr>
        <p:spPr>
          <a:xfrm>
            <a:off x="2781376" y="800329"/>
            <a:ext cx="8001952" cy="58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Executando o primeiro programa com menu</a:t>
            </a:r>
            <a:endParaRPr sz="3200" dirty="0"/>
          </a:p>
        </p:txBody>
      </p:sp>
      <p:sp>
        <p:nvSpPr>
          <p:cNvPr id="2945" name="Google Shape;2945;p278"/>
          <p:cNvSpPr txBox="1"/>
          <p:nvPr/>
        </p:nvSpPr>
        <p:spPr>
          <a:xfrm>
            <a:off x="2781375" y="1954716"/>
            <a:ext cx="4143299" cy="2026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Agora, vamos executar o programa apresentado durante a aula e observar como ele recebe a escolha do usuário e responde de acordo com a opção digitada.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46" name="Google Shape;2946;p2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1195" y="1954716"/>
            <a:ext cx="3637324" cy="31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7" name="Google Shape;2947;p278"/>
          <p:cNvSpPr txBox="1"/>
          <p:nvPr/>
        </p:nvSpPr>
        <p:spPr>
          <a:xfrm>
            <a:off x="7559232" y="5118441"/>
            <a:ext cx="3889751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CBAABBE-CA48-ADD2-5B86-E7AE30383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772" y="5791589"/>
            <a:ext cx="1744133" cy="406400"/>
          </a:xfrm>
          <a:prstGeom prst="rect">
            <a:avLst/>
          </a:prstGeom>
        </p:spPr>
      </p:pic>
      <p:grpSp>
        <p:nvGrpSpPr>
          <p:cNvPr id="3" name="Gráfico 85">
            <a:extLst>
              <a:ext uri="{FF2B5EF4-FFF2-40B4-BE49-F238E27FC236}">
                <a16:creationId xmlns:a16="http://schemas.microsoft.com/office/drawing/2014/main" id="{2881C626-8158-C7B1-BC7E-12268B218BF1}"/>
              </a:ext>
            </a:extLst>
          </p:cNvPr>
          <p:cNvGrpSpPr/>
          <p:nvPr/>
        </p:nvGrpSpPr>
        <p:grpSpPr>
          <a:xfrm>
            <a:off x="10612398" y="5875836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4" name="Forma Livre 150">
              <a:extLst>
                <a:ext uri="{FF2B5EF4-FFF2-40B4-BE49-F238E27FC236}">
                  <a16:creationId xmlns:a16="http://schemas.microsoft.com/office/drawing/2014/main" id="{9B46B021-4322-2D1D-A348-A0570DF75FDF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" name="Forma Livre 151">
              <a:extLst>
                <a:ext uri="{FF2B5EF4-FFF2-40B4-BE49-F238E27FC236}">
                  <a16:creationId xmlns:a16="http://schemas.microsoft.com/office/drawing/2014/main" id="{8A864FA0-CFAC-0D92-F1DA-9B754BCA9AE4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6" name="Forma Livre 152">
              <a:extLst>
                <a:ext uri="{FF2B5EF4-FFF2-40B4-BE49-F238E27FC236}">
                  <a16:creationId xmlns:a16="http://schemas.microsoft.com/office/drawing/2014/main" id="{08A17247-4A2F-11F4-8F97-0EFBA4C171D9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7" name="Forma Livre 153">
              <a:extLst>
                <a:ext uri="{FF2B5EF4-FFF2-40B4-BE49-F238E27FC236}">
                  <a16:creationId xmlns:a16="http://schemas.microsoft.com/office/drawing/2014/main" id="{49EE0447-6E81-0E03-A222-2E6B315EC083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8" name="Forma Livre 154">
              <a:extLst>
                <a:ext uri="{FF2B5EF4-FFF2-40B4-BE49-F238E27FC236}">
                  <a16:creationId xmlns:a16="http://schemas.microsoft.com/office/drawing/2014/main" id="{2223C422-238F-54A0-6F11-E742EF48F3FF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9" name="Forma Livre 155">
              <a:extLst>
                <a:ext uri="{FF2B5EF4-FFF2-40B4-BE49-F238E27FC236}">
                  <a16:creationId xmlns:a16="http://schemas.microsoft.com/office/drawing/2014/main" id="{8E52579A-7B01-0025-9BBE-6E7FBB880EE4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10" name="Forma Livre 156">
              <a:extLst>
                <a:ext uri="{FF2B5EF4-FFF2-40B4-BE49-F238E27FC236}">
                  <a16:creationId xmlns:a16="http://schemas.microsoft.com/office/drawing/2014/main" id="{22075759-E78E-35C7-6589-BA34B5958E5E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11" name="Forma Livre 157">
              <a:extLst>
                <a:ext uri="{FF2B5EF4-FFF2-40B4-BE49-F238E27FC236}">
                  <a16:creationId xmlns:a16="http://schemas.microsoft.com/office/drawing/2014/main" id="{2D5C7369-19FC-B592-C6D9-533AA16C275D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3" name="Google Shape;2953;p279"/>
          <p:cNvSpPr txBox="1"/>
          <p:nvPr/>
        </p:nvSpPr>
        <p:spPr>
          <a:xfrm>
            <a:off x="459671" y="2443950"/>
            <a:ext cx="32145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Executando o primeiro programa com menu</a:t>
            </a:r>
            <a:endParaRPr sz="320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6" name="Google Shape;2956;p279"/>
          <p:cNvSpPr txBox="1">
            <a:spLocks noGrp="1"/>
          </p:cNvSpPr>
          <p:nvPr>
            <p:ph type="body" idx="3"/>
          </p:nvPr>
        </p:nvSpPr>
        <p:spPr>
          <a:xfrm>
            <a:off x="5207000" y="967151"/>
            <a:ext cx="60357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 dirty="0"/>
              <a:t>Digite e execute o programa no ambiente de desenvolvimento.</a:t>
            </a:r>
            <a:endParaRPr sz="1800" dirty="0"/>
          </a:p>
        </p:txBody>
      </p:sp>
      <p:sp>
        <p:nvSpPr>
          <p:cNvPr id="2957" name="Google Shape;2957;p279"/>
          <p:cNvSpPr txBox="1">
            <a:spLocks noGrp="1"/>
          </p:cNvSpPr>
          <p:nvPr>
            <p:ph type="body" idx="4"/>
          </p:nvPr>
        </p:nvSpPr>
        <p:spPr>
          <a:xfrm>
            <a:off x="5207000" y="2608368"/>
            <a:ext cx="60357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 dirty="0"/>
              <a:t>Teste as opções 1 e 0.</a:t>
            </a:r>
            <a:endParaRPr sz="18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2958" name="Google Shape;2958;p279"/>
          <p:cNvSpPr txBox="1">
            <a:spLocks noGrp="1"/>
          </p:cNvSpPr>
          <p:nvPr>
            <p:ph type="body" idx="5"/>
          </p:nvPr>
        </p:nvSpPr>
        <p:spPr>
          <a:xfrm>
            <a:off x="5207000" y="3840523"/>
            <a:ext cx="603570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 dirty="0"/>
              <a:t>Observe como o programa recebe a escolha e exibe uma resposta diferente para cada opção. </a:t>
            </a:r>
            <a:endParaRPr sz="18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2959" name="Google Shape;2959;p279"/>
          <p:cNvSpPr txBox="1">
            <a:spLocks noGrp="1"/>
          </p:cNvSpPr>
          <p:nvPr>
            <p:ph type="body" idx="6"/>
          </p:nvPr>
        </p:nvSpPr>
        <p:spPr>
          <a:xfrm>
            <a:off x="5207000" y="5368184"/>
            <a:ext cx="60357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 dirty="0"/>
              <a:t>Altere a mensagem exibida na opção 1 para outra de sua escolha e execute novamente.</a:t>
            </a:r>
            <a:endParaRPr sz="1800" i="0" u="none" strike="noStrike" cap="none" dirty="0">
              <a:solidFill>
                <a:srgbClr val="000000"/>
              </a:solidFill>
            </a:endParaRPr>
          </a:p>
        </p:txBody>
      </p:sp>
      <p:grpSp>
        <p:nvGrpSpPr>
          <p:cNvPr id="2" name="Google Shape;474;p35">
            <a:extLst>
              <a:ext uri="{FF2B5EF4-FFF2-40B4-BE49-F238E27FC236}">
                <a16:creationId xmlns:a16="http://schemas.microsoft.com/office/drawing/2014/main" id="{2432C78E-7C01-0DF2-8E52-2038DD0529FF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3" name="Google Shape;475;p35">
              <a:extLst>
                <a:ext uri="{FF2B5EF4-FFF2-40B4-BE49-F238E27FC236}">
                  <a16:creationId xmlns:a16="http://schemas.microsoft.com/office/drawing/2014/main" id="{B8F3103E-389C-584D-01BB-21C2D723EFB7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476;p35">
              <a:extLst>
                <a:ext uri="{FF2B5EF4-FFF2-40B4-BE49-F238E27FC236}">
                  <a16:creationId xmlns:a16="http://schemas.microsoft.com/office/drawing/2014/main" id="{DF4C2344-B603-C22A-B7BB-C9AC56D051A0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477;p35">
              <a:extLst>
                <a:ext uri="{FF2B5EF4-FFF2-40B4-BE49-F238E27FC236}">
                  <a16:creationId xmlns:a16="http://schemas.microsoft.com/office/drawing/2014/main" id="{0F38D072-F175-528C-6194-CED24C2FDEDF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478;p35">
              <a:extLst>
                <a:ext uri="{FF2B5EF4-FFF2-40B4-BE49-F238E27FC236}">
                  <a16:creationId xmlns:a16="http://schemas.microsoft.com/office/drawing/2014/main" id="{012DFA76-3CE7-704D-207F-55D910DE5922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" name="Google Shape;479;p35">
              <a:extLst>
                <a:ext uri="{FF2B5EF4-FFF2-40B4-BE49-F238E27FC236}">
                  <a16:creationId xmlns:a16="http://schemas.microsoft.com/office/drawing/2014/main" id="{E55F1A73-267C-6C10-6736-853F797319B3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8" name="Google Shape;480;p35">
                <a:extLst>
                  <a:ext uri="{FF2B5EF4-FFF2-40B4-BE49-F238E27FC236}">
                    <a16:creationId xmlns:a16="http://schemas.microsoft.com/office/drawing/2014/main" id="{BE2A6794-6D74-9DB8-86E4-1194FB56109B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481;p35">
                <a:extLst>
                  <a:ext uri="{FF2B5EF4-FFF2-40B4-BE49-F238E27FC236}">
                    <a16:creationId xmlns:a16="http://schemas.microsoft.com/office/drawing/2014/main" id="{F28F0D38-CC68-C4E2-812E-2F05A293F77D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482;p35">
                <a:extLst>
                  <a:ext uri="{FF2B5EF4-FFF2-40B4-BE49-F238E27FC236}">
                    <a16:creationId xmlns:a16="http://schemas.microsoft.com/office/drawing/2014/main" id="{540AB231-F997-A6D7-1954-359BE91669D0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483;p35">
                <a:extLst>
                  <a:ext uri="{FF2B5EF4-FFF2-40B4-BE49-F238E27FC236}">
                    <a16:creationId xmlns:a16="http://schemas.microsoft.com/office/drawing/2014/main" id="{5B4F75C3-7662-9494-2FDA-9272F134FD0A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484;p35">
                <a:extLst>
                  <a:ext uri="{FF2B5EF4-FFF2-40B4-BE49-F238E27FC236}">
                    <a16:creationId xmlns:a16="http://schemas.microsoft.com/office/drawing/2014/main" id="{DAD1BF2C-AC19-AFF3-F464-51DBAA0E6660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485;p35">
                <a:extLst>
                  <a:ext uri="{FF2B5EF4-FFF2-40B4-BE49-F238E27FC236}">
                    <a16:creationId xmlns:a16="http://schemas.microsoft.com/office/drawing/2014/main" id="{23F10405-55F4-0AAB-F90A-110A19BA6190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486;p35">
                <a:extLst>
                  <a:ext uri="{FF2B5EF4-FFF2-40B4-BE49-F238E27FC236}">
                    <a16:creationId xmlns:a16="http://schemas.microsoft.com/office/drawing/2014/main" id="{828F4D17-581E-5A6A-E5D7-50E621AD8547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487;p35">
                <a:extLst>
                  <a:ext uri="{FF2B5EF4-FFF2-40B4-BE49-F238E27FC236}">
                    <a16:creationId xmlns:a16="http://schemas.microsoft.com/office/drawing/2014/main" id="{CFC9B4B6-8C43-2A58-30A1-07CCB8731291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488;p35">
                <a:extLst>
                  <a:ext uri="{FF2B5EF4-FFF2-40B4-BE49-F238E27FC236}">
                    <a16:creationId xmlns:a16="http://schemas.microsoft.com/office/drawing/2014/main" id="{8EFD9E10-23E5-1D11-CD06-66CB232C6414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489;p35">
                <a:extLst>
                  <a:ext uri="{FF2B5EF4-FFF2-40B4-BE49-F238E27FC236}">
                    <a16:creationId xmlns:a16="http://schemas.microsoft.com/office/drawing/2014/main" id="{91F78C8E-965B-26B1-C476-B84CAD5ABD44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" name="Google Shape;490;p35">
            <a:extLst>
              <a:ext uri="{FF2B5EF4-FFF2-40B4-BE49-F238E27FC236}">
                <a16:creationId xmlns:a16="http://schemas.microsoft.com/office/drawing/2014/main" id="{D674E99A-FDF4-D4A6-BB3C-DD4AB13F458D}"/>
              </a:ext>
            </a:extLst>
          </p:cNvPr>
          <p:cNvGrpSpPr/>
          <p:nvPr/>
        </p:nvGrpSpPr>
        <p:grpSpPr>
          <a:xfrm>
            <a:off x="454351" y="5173639"/>
            <a:ext cx="304639" cy="301465"/>
            <a:chOff x="6941066" y="2777637"/>
            <a:chExt cx="456958" cy="452197"/>
          </a:xfrm>
          <a:noFill/>
        </p:grpSpPr>
        <p:grpSp>
          <p:nvGrpSpPr>
            <p:cNvPr id="19" name="Google Shape;491;p35">
              <a:extLst>
                <a:ext uri="{FF2B5EF4-FFF2-40B4-BE49-F238E27FC236}">
                  <a16:creationId xmlns:a16="http://schemas.microsoft.com/office/drawing/2014/main" id="{7F95979B-3FD1-275C-BE30-D34E4645156F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30" name="Google Shape;492;p35">
                <a:extLst>
                  <a:ext uri="{FF2B5EF4-FFF2-40B4-BE49-F238E27FC236}">
                    <a16:creationId xmlns:a16="http://schemas.microsoft.com/office/drawing/2014/main" id="{E5ABB278-1E19-F37D-AAAA-70427110A520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93;p35">
                <a:extLst>
                  <a:ext uri="{FF2B5EF4-FFF2-40B4-BE49-F238E27FC236}">
                    <a16:creationId xmlns:a16="http://schemas.microsoft.com/office/drawing/2014/main" id="{12D9CAFF-2773-A605-1D38-9A6DEA464B18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" name="Google Shape;494;p35">
              <a:extLst>
                <a:ext uri="{FF2B5EF4-FFF2-40B4-BE49-F238E27FC236}">
                  <a16:creationId xmlns:a16="http://schemas.microsoft.com/office/drawing/2014/main" id="{6A9866D7-A64D-EDE8-F0D9-3200F90D3214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28" name="Google Shape;495;p35">
                <a:extLst>
                  <a:ext uri="{FF2B5EF4-FFF2-40B4-BE49-F238E27FC236}">
                    <a16:creationId xmlns:a16="http://schemas.microsoft.com/office/drawing/2014/main" id="{F99A4F17-8BE8-F06A-1950-56FE1375E8A7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496;p35">
                <a:extLst>
                  <a:ext uri="{FF2B5EF4-FFF2-40B4-BE49-F238E27FC236}">
                    <a16:creationId xmlns:a16="http://schemas.microsoft.com/office/drawing/2014/main" id="{C92A060F-3375-A462-761A-EC6C54460AC5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" name="Google Shape;497;p35">
              <a:extLst>
                <a:ext uri="{FF2B5EF4-FFF2-40B4-BE49-F238E27FC236}">
                  <a16:creationId xmlns:a16="http://schemas.microsoft.com/office/drawing/2014/main" id="{7401E47A-AEF7-E8CF-A5A5-E2F4EFFF5E30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25" name="Google Shape;498;p35">
                <a:extLst>
                  <a:ext uri="{FF2B5EF4-FFF2-40B4-BE49-F238E27FC236}">
                    <a16:creationId xmlns:a16="http://schemas.microsoft.com/office/drawing/2014/main" id="{1E90F0D5-2D84-6576-EB8E-23CFB56DE1ED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499;p35">
                <a:extLst>
                  <a:ext uri="{FF2B5EF4-FFF2-40B4-BE49-F238E27FC236}">
                    <a16:creationId xmlns:a16="http://schemas.microsoft.com/office/drawing/2014/main" id="{C081445C-4C3A-95B7-7BE9-9AD9603BC26C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00;p35">
                <a:extLst>
                  <a:ext uri="{FF2B5EF4-FFF2-40B4-BE49-F238E27FC236}">
                    <a16:creationId xmlns:a16="http://schemas.microsoft.com/office/drawing/2014/main" id="{43E5C9FA-B528-24CE-556E-34806DEEECD2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501;p35">
              <a:extLst>
                <a:ext uri="{FF2B5EF4-FFF2-40B4-BE49-F238E27FC236}">
                  <a16:creationId xmlns:a16="http://schemas.microsoft.com/office/drawing/2014/main" id="{504640EA-4407-8444-0EEA-C2C40B05A822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23" name="Google Shape;502;p35">
                <a:extLst>
                  <a:ext uri="{FF2B5EF4-FFF2-40B4-BE49-F238E27FC236}">
                    <a16:creationId xmlns:a16="http://schemas.microsoft.com/office/drawing/2014/main" id="{CF002B59-402E-2287-724A-E87CE598A21E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503;p35">
                <a:extLst>
                  <a:ext uri="{FF2B5EF4-FFF2-40B4-BE49-F238E27FC236}">
                    <a16:creationId xmlns:a16="http://schemas.microsoft.com/office/drawing/2014/main" id="{7A437E4D-C164-A834-F4BA-A669D392D3A6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" name="Espaço Reservado para Texto 60">
            <a:extLst>
              <a:ext uri="{FF2B5EF4-FFF2-40B4-BE49-F238E27FC236}">
                <a16:creationId xmlns:a16="http://schemas.microsoft.com/office/drawing/2014/main" id="{FAD6FA17-9C39-9FA6-204A-DCC5DD193241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>
                <a:solidFill>
                  <a:schemeClr val="tx1"/>
                </a:solidFill>
              </a:rPr>
              <a:t>Em duplas</a:t>
            </a:r>
          </a:p>
        </p:txBody>
      </p:sp>
      <p:sp>
        <p:nvSpPr>
          <p:cNvPr id="33" name="Espaço Reservado para Texto 60">
            <a:extLst>
              <a:ext uri="{FF2B5EF4-FFF2-40B4-BE49-F238E27FC236}">
                <a16:creationId xmlns:a16="http://schemas.microsoft.com/office/drawing/2014/main" id="{4136405B-8980-D64D-3E11-A6E7FA559723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20 minutos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095D120F-7A66-78A8-CDEA-8116F84F8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50" y="2616046"/>
            <a:ext cx="2630185" cy="30433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71F3D17-9743-FADD-D4F9-D073FEF1A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992" y="2639194"/>
            <a:ext cx="1654597" cy="149850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D5F20C9-350E-7577-DC06-21D4D1002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295" y="4540431"/>
            <a:ext cx="1634692" cy="160119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64EFEA47-2634-BB2A-1279-F3D2D3DDD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208" y="2616047"/>
            <a:ext cx="2963192" cy="1688826"/>
          </a:xfrm>
          <a:prstGeom prst="rect">
            <a:avLst/>
          </a:prstGeom>
        </p:spPr>
      </p:pic>
      <p:sp>
        <p:nvSpPr>
          <p:cNvPr id="21" name="Google Shape;2933;p278">
            <a:extLst>
              <a:ext uri="{FF2B5EF4-FFF2-40B4-BE49-F238E27FC236}">
                <a16:creationId xmlns:a16="http://schemas.microsoft.com/office/drawing/2014/main" id="{F4ABDB0D-C111-7762-2409-16EC93C79776}"/>
              </a:ext>
            </a:extLst>
          </p:cNvPr>
          <p:cNvSpPr txBox="1"/>
          <p:nvPr/>
        </p:nvSpPr>
        <p:spPr>
          <a:xfrm>
            <a:off x="2832629" y="795917"/>
            <a:ext cx="8512200" cy="108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Expectativas de respostas</a:t>
            </a:r>
            <a:endParaRPr sz="3200" dirty="0"/>
          </a:p>
        </p:txBody>
      </p:sp>
      <p:sp>
        <p:nvSpPr>
          <p:cNvPr id="22" name="Google Shape;2957;p279">
            <a:extLst>
              <a:ext uri="{FF2B5EF4-FFF2-40B4-BE49-F238E27FC236}">
                <a16:creationId xmlns:a16="http://schemas.microsoft.com/office/drawing/2014/main" id="{6EEC5439-CD91-FC40-D7F4-A0D0AD007571}"/>
              </a:ext>
            </a:extLst>
          </p:cNvPr>
          <p:cNvSpPr txBox="1">
            <a:spLocks/>
          </p:cNvSpPr>
          <p:nvPr/>
        </p:nvSpPr>
        <p:spPr>
          <a:xfrm>
            <a:off x="3318550" y="2278033"/>
            <a:ext cx="1191804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Opção 1</a:t>
            </a:r>
          </a:p>
        </p:txBody>
      </p:sp>
      <p:sp>
        <p:nvSpPr>
          <p:cNvPr id="24" name="Google Shape;2957;p279">
            <a:extLst>
              <a:ext uri="{FF2B5EF4-FFF2-40B4-BE49-F238E27FC236}">
                <a16:creationId xmlns:a16="http://schemas.microsoft.com/office/drawing/2014/main" id="{2EE10DA8-885B-34E0-11A2-56A03A25BDA0}"/>
              </a:ext>
            </a:extLst>
          </p:cNvPr>
          <p:cNvSpPr txBox="1">
            <a:spLocks/>
          </p:cNvSpPr>
          <p:nvPr/>
        </p:nvSpPr>
        <p:spPr>
          <a:xfrm>
            <a:off x="3397992" y="4137697"/>
            <a:ext cx="1191804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Opção 2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DB0285ED-A694-2C35-A7DA-9880B8493E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7748" y="2616046"/>
            <a:ext cx="3299093" cy="1327479"/>
          </a:xfrm>
          <a:prstGeom prst="rect">
            <a:avLst/>
          </a:prstGeom>
        </p:spPr>
      </p:pic>
      <p:sp>
        <p:nvSpPr>
          <p:cNvPr id="28" name="Google Shape;2957;p279">
            <a:extLst>
              <a:ext uri="{FF2B5EF4-FFF2-40B4-BE49-F238E27FC236}">
                <a16:creationId xmlns:a16="http://schemas.microsoft.com/office/drawing/2014/main" id="{9A18FC9A-1AFD-328C-32DA-BF00BD0EADBA}"/>
              </a:ext>
            </a:extLst>
          </p:cNvPr>
          <p:cNvSpPr txBox="1">
            <a:spLocks/>
          </p:cNvSpPr>
          <p:nvPr/>
        </p:nvSpPr>
        <p:spPr>
          <a:xfrm>
            <a:off x="3318550" y="1875299"/>
            <a:ext cx="1191804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pt-BR" sz="2000" b="1" dirty="0">
                <a:latin typeface="Poppins" panose="00000500000000000000" pitchFamily="2" charset="0"/>
                <a:cs typeface="Poppins" panose="00000500000000000000" pitchFamily="2" charset="0"/>
              </a:rPr>
              <a:t>Passo 2</a:t>
            </a:r>
          </a:p>
        </p:txBody>
      </p:sp>
      <p:sp>
        <p:nvSpPr>
          <p:cNvPr id="30" name="Google Shape;2957;p279">
            <a:extLst>
              <a:ext uri="{FF2B5EF4-FFF2-40B4-BE49-F238E27FC236}">
                <a16:creationId xmlns:a16="http://schemas.microsoft.com/office/drawing/2014/main" id="{C8DBC690-D74A-91DB-F376-340270467B2E}"/>
              </a:ext>
            </a:extLst>
          </p:cNvPr>
          <p:cNvSpPr txBox="1">
            <a:spLocks/>
          </p:cNvSpPr>
          <p:nvPr/>
        </p:nvSpPr>
        <p:spPr>
          <a:xfrm>
            <a:off x="397650" y="2046741"/>
            <a:ext cx="1191804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pt-BR" sz="2000" b="1" dirty="0">
                <a:latin typeface="Poppins" panose="00000500000000000000" pitchFamily="2" charset="0"/>
                <a:cs typeface="Poppins" panose="00000500000000000000" pitchFamily="2" charset="0"/>
              </a:rPr>
              <a:t>Passo 1</a:t>
            </a:r>
          </a:p>
        </p:txBody>
      </p:sp>
      <p:sp>
        <p:nvSpPr>
          <p:cNvPr id="32" name="Google Shape;2957;p279">
            <a:extLst>
              <a:ext uri="{FF2B5EF4-FFF2-40B4-BE49-F238E27FC236}">
                <a16:creationId xmlns:a16="http://schemas.microsoft.com/office/drawing/2014/main" id="{835BB293-E973-3729-B12E-06B75D02F291}"/>
              </a:ext>
            </a:extLst>
          </p:cNvPr>
          <p:cNvSpPr txBox="1">
            <a:spLocks/>
          </p:cNvSpPr>
          <p:nvPr/>
        </p:nvSpPr>
        <p:spPr>
          <a:xfrm>
            <a:off x="5379208" y="2046741"/>
            <a:ext cx="1191804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pt-BR" sz="2000" b="1" dirty="0">
                <a:latin typeface="Poppins" panose="00000500000000000000" pitchFamily="2" charset="0"/>
                <a:cs typeface="Poppins" panose="00000500000000000000" pitchFamily="2" charset="0"/>
              </a:rPr>
              <a:t>Passo 3</a:t>
            </a:r>
          </a:p>
        </p:txBody>
      </p:sp>
      <p:sp>
        <p:nvSpPr>
          <p:cNvPr id="34" name="Google Shape;2957;p279">
            <a:extLst>
              <a:ext uri="{FF2B5EF4-FFF2-40B4-BE49-F238E27FC236}">
                <a16:creationId xmlns:a16="http://schemas.microsoft.com/office/drawing/2014/main" id="{8DB7F60A-AD0A-BF2B-7C2A-319D466C4C3A}"/>
              </a:ext>
            </a:extLst>
          </p:cNvPr>
          <p:cNvSpPr txBox="1">
            <a:spLocks/>
          </p:cNvSpPr>
          <p:nvPr/>
        </p:nvSpPr>
        <p:spPr>
          <a:xfrm>
            <a:off x="8589254" y="2046741"/>
            <a:ext cx="1191804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pt-BR" sz="2000" b="1" dirty="0">
                <a:latin typeface="Poppins" panose="00000500000000000000" pitchFamily="2" charset="0"/>
                <a:cs typeface="Poppins" panose="00000500000000000000" pitchFamily="2" charset="0"/>
              </a:rPr>
              <a:t>Passo 4</a:t>
            </a:r>
          </a:p>
        </p:txBody>
      </p:sp>
      <p:sp>
        <p:nvSpPr>
          <p:cNvPr id="36" name="Google Shape;2947;p278">
            <a:extLst>
              <a:ext uri="{FF2B5EF4-FFF2-40B4-BE49-F238E27FC236}">
                <a16:creationId xmlns:a16="http://schemas.microsoft.com/office/drawing/2014/main" id="{8AF44186-B8D3-4218-7D3D-7BDC13967421}"/>
              </a:ext>
            </a:extLst>
          </p:cNvPr>
          <p:cNvSpPr txBox="1"/>
          <p:nvPr/>
        </p:nvSpPr>
        <p:spPr>
          <a:xfrm>
            <a:off x="5227546" y="5892821"/>
            <a:ext cx="4926103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Produzidos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17550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4" name="Google Shape;2964;p280" title="diagrama 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493" y="287900"/>
            <a:ext cx="5034731" cy="6051207"/>
          </a:xfrm>
          <a:prstGeom prst="rect">
            <a:avLst/>
          </a:prstGeom>
          <a:noFill/>
          <a:ln>
            <a:noFill/>
          </a:ln>
        </p:spPr>
      </p:pic>
      <p:sp>
        <p:nvSpPr>
          <p:cNvPr id="2965" name="Google Shape;2965;p280"/>
          <p:cNvSpPr txBox="1"/>
          <p:nvPr/>
        </p:nvSpPr>
        <p:spPr>
          <a:xfrm>
            <a:off x="5846176" y="6339107"/>
            <a:ext cx="4717048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" name="Google Shape;2970;p281"/>
          <p:cNvSpPr txBox="1">
            <a:spLocks noGrp="1"/>
          </p:cNvSpPr>
          <p:nvPr>
            <p:ph type="body" idx="1"/>
          </p:nvPr>
        </p:nvSpPr>
        <p:spPr>
          <a:xfrm>
            <a:off x="5675249" y="1569326"/>
            <a:ext cx="6011925" cy="195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Python Tutor</a:t>
            </a:r>
            <a:endParaRPr sz="1800" b="1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Execute pequenos programas em Python e acompanhe, passo a passo, como o código é executado, observando o valor das variáveis e o caminho percorrido pelo programa. </a:t>
            </a:r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PYTHON TUTOR. Python Tutor: visualize </a:t>
            </a:r>
            <a:r>
              <a:rPr lang="pt-BR" sz="1800" dirty="0" err="1"/>
              <a:t>code</a:t>
            </a:r>
            <a:r>
              <a:rPr lang="pt-BR" sz="1800" dirty="0"/>
              <a:t> </a:t>
            </a:r>
            <a:r>
              <a:rPr lang="pt-BR" sz="1800" dirty="0" err="1"/>
              <a:t>execution</a:t>
            </a:r>
            <a:r>
              <a:rPr lang="pt-BR" sz="1800" dirty="0"/>
              <a:t>. Disponível em: </a:t>
            </a:r>
            <a:r>
              <a:rPr lang="pt-BR" sz="1800" dirty="0">
                <a:hlinkClick r:id="rId3"/>
              </a:rPr>
              <a:t>https://pythontutor.com/visualize.html</a:t>
            </a:r>
            <a:r>
              <a:rPr lang="pt-BR" sz="1800" dirty="0"/>
              <a:t>. Acesso em: 17 ago. 2026.</a:t>
            </a:r>
            <a:endParaRPr sz="1800" dirty="0"/>
          </a:p>
        </p:txBody>
      </p:sp>
      <p:sp>
        <p:nvSpPr>
          <p:cNvPr id="2971" name="Google Shape;2971;p281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p282"/>
          <p:cNvSpPr txBox="1">
            <a:spLocks noGrp="1"/>
          </p:cNvSpPr>
          <p:nvPr>
            <p:ph type="body" idx="1"/>
          </p:nvPr>
        </p:nvSpPr>
        <p:spPr>
          <a:xfrm>
            <a:off x="555150" y="1539875"/>
            <a:ext cx="11081700" cy="238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SOFTWARE FOUNDATION. Mais ferramentas de controle de fluxo. </a:t>
            </a:r>
            <a:r>
              <a:rPr lang="pt-BR" b="1" dirty="0"/>
              <a:t>Documentação Python</a:t>
            </a:r>
            <a:r>
              <a:rPr lang="pt-BR" dirty="0"/>
              <a:t>. Disponível em:</a:t>
            </a:r>
            <a:r>
              <a:rPr lang="pt-BR" dirty="0">
                <a:uFill>
                  <a:noFill/>
                </a:uFill>
                <a:hlinkClick r:id="rId3"/>
              </a:rPr>
              <a:t>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https://docs.python.org/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pt-br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/3/tutorial/controlflow.html</a:t>
            </a:r>
            <a:r>
              <a:rPr lang="pt-BR" dirty="0"/>
              <a:t>. Acesso em: 17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TUTOR. Visualize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 err="1"/>
              <a:t>execution</a:t>
            </a:r>
            <a:r>
              <a:rPr lang="pt-BR" dirty="0"/>
              <a:t> for Python, </a:t>
            </a:r>
            <a:r>
              <a:rPr lang="pt-BR" dirty="0" err="1"/>
              <a:t>JavaScript</a:t>
            </a:r>
            <a:r>
              <a:rPr lang="pt-BR" dirty="0"/>
              <a:t>, C, C++ </a:t>
            </a:r>
            <a:r>
              <a:rPr lang="pt-BR" dirty="0" err="1"/>
              <a:t>and</a:t>
            </a:r>
            <a:r>
              <a:rPr lang="pt-BR" dirty="0"/>
              <a:t> Java. Disponível em:</a:t>
            </a:r>
            <a:r>
              <a:rPr lang="pt-BR" dirty="0">
                <a:uFill>
                  <a:noFill/>
                </a:uFill>
                <a:hlinkClick r:id="rId4"/>
              </a:rPr>
              <a:t>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https://pythontutor.com/visualize.html</a:t>
            </a:r>
            <a:r>
              <a:rPr lang="pt-BR" dirty="0"/>
              <a:t>. Acesso em: 17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VALENTE SOLUÇÕES EM INFORMÁTICA. Por que o COBOL ainda domina bancos, caixas eletrônicos e sistemas críticos. Disponível em: </a:t>
            </a:r>
            <a:r>
              <a:rPr lang="pt-BR" dirty="0">
                <a:hlinkClick r:id="rId5"/>
              </a:rPr>
              <a:t>https://www.valentesolucoes.com.br/blog/por-que-o-cobol-ainda-domina-bancos-caixas-eletronicos-e-sistemas-críticos</a:t>
            </a:r>
            <a:r>
              <a:rPr lang="pt-BR" dirty="0"/>
              <a:t>. Acesso em: 17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  <p:sp>
        <p:nvSpPr>
          <p:cNvPr id="2977" name="Google Shape;2977;p282"/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p284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9" name="Google Shape;2989;p284"/>
          <p:cNvSpPr txBox="1"/>
          <p:nvPr/>
        </p:nvSpPr>
        <p:spPr>
          <a:xfrm>
            <a:off x="985520" y="7957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dirty="0"/>
          </a:p>
        </p:txBody>
      </p:sp>
      <p:cxnSp>
        <p:nvCxnSpPr>
          <p:cNvPr id="2990" name="Google Shape;2990;p284"/>
          <p:cNvCxnSpPr>
            <a:cxnSpLocks/>
          </p:cNvCxnSpPr>
          <p:nvPr/>
        </p:nvCxnSpPr>
        <p:spPr>
          <a:xfrm flipV="1">
            <a:off x="685795" y="947552"/>
            <a:ext cx="0" cy="377684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92" name="Google Shape;2992;p284"/>
          <p:cNvSpPr/>
          <p:nvPr/>
        </p:nvSpPr>
        <p:spPr>
          <a:xfrm>
            <a:off x="497841" y="2365823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3" name="Google Shape;2993;p284"/>
          <p:cNvSpPr/>
          <p:nvPr/>
        </p:nvSpPr>
        <p:spPr>
          <a:xfrm>
            <a:off x="497841" y="13186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4" name="Google Shape;2994;p284"/>
          <p:cNvSpPr/>
          <p:nvPr/>
        </p:nvSpPr>
        <p:spPr>
          <a:xfrm>
            <a:off x="569897" y="14171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284"/>
          <p:cNvSpPr/>
          <p:nvPr/>
        </p:nvSpPr>
        <p:spPr>
          <a:xfrm>
            <a:off x="566852" y="2444253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284"/>
          <p:cNvSpPr txBox="1"/>
          <p:nvPr/>
        </p:nvSpPr>
        <p:spPr>
          <a:xfrm>
            <a:off x="956025" y="1400025"/>
            <a:ext cx="10726500" cy="290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apresente o caso dos sistemas bancários desenvolvidos há décadas e destaque que, mesmo sem interfaces modernas, eles continuam executando milhares de operações diariamente. Oriente a turma a refletir sobre como um programa consegue responder corretamente a cada escolha do usuário antes de apresentar os conceitos da aula. Evite aprofundar a discussão sobre a linguagem COBOL; o foco é a organização do fluxo de execução de um programa com menu.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5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incentive a participação de diferentes estudantes, solicitando que expliquem suas hipóteses sobre o funcionamento interno do programa.  Valorize as contribuições e registre na lousa palavras-chave mencionadas pela turma, como “escolha”, “resposta”, “menu” e “opção”, sem antecipar os termos técnicos que serão apresentados em seguida.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leia o texto do caso e apresente a pergunta disparadora;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conduza a discussão para que os estudantes percebam que existe uma sequência de ações entre a escolha do usuário e a resposta exibida pelo programa;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ao final, retome as ideias levantadas e explique que a aula mostrará como esse fluxo é organizado em programas com menu.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identifiquem que o programa precisa receber a escolha do usuário, decidir qual ação executar e apresentar uma resposta adequada. É natural que utilizem linguagem do cotidiano nesse momento; os termos técnicos serão formalizados durante 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Construindo o conceito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7" name="Google Shape;2997;p284"/>
          <p:cNvSpPr/>
          <p:nvPr/>
        </p:nvSpPr>
        <p:spPr>
          <a:xfrm>
            <a:off x="497841" y="1882753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8" name="Google Shape;2998;p2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76459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9" name="Google Shape;2999;p284"/>
          <p:cNvGrpSpPr/>
          <p:nvPr/>
        </p:nvGrpSpPr>
        <p:grpSpPr>
          <a:xfrm>
            <a:off x="497841" y="2990741"/>
            <a:ext cx="386100" cy="382500"/>
            <a:chOff x="497841" y="3037886"/>
            <a:chExt cx="386100" cy="382500"/>
          </a:xfrm>
        </p:grpSpPr>
        <p:sp>
          <p:nvSpPr>
            <p:cNvPr id="3000" name="Google Shape;3000;p284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1" name="Google Shape;3001;p284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02" name="Google Shape;3002;p284"/>
          <p:cNvGrpSpPr/>
          <p:nvPr/>
        </p:nvGrpSpPr>
        <p:grpSpPr>
          <a:xfrm>
            <a:off x="497841" y="3733606"/>
            <a:ext cx="386100" cy="382500"/>
            <a:chOff x="497841" y="3801694"/>
            <a:chExt cx="386100" cy="382500"/>
          </a:xfrm>
        </p:grpSpPr>
        <p:sp>
          <p:nvSpPr>
            <p:cNvPr id="3003" name="Google Shape;3003;p284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91" name="Google Shape;2991;p284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28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0" name="Google Shape;3010;p285"/>
          <p:cNvSpPr txBox="1"/>
          <p:nvPr/>
        </p:nvSpPr>
        <p:spPr>
          <a:xfrm>
            <a:off x="985526" y="795750"/>
            <a:ext cx="7586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7 a 14</a:t>
            </a:r>
            <a:endParaRPr dirty="0"/>
          </a:p>
        </p:txBody>
      </p:sp>
      <p:sp>
        <p:nvSpPr>
          <p:cNvPr id="3011" name="Google Shape;3011;p285"/>
          <p:cNvSpPr txBox="1"/>
          <p:nvPr/>
        </p:nvSpPr>
        <p:spPr>
          <a:xfrm>
            <a:off x="956025" y="1352400"/>
            <a:ext cx="10726500" cy="367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presente os conceitos acompanhando a evolução de um mesmo programa em todos os slides. Mostre que cada nova etapa amplia o código anterior, permitindo que os estudantes compreendam como um programa com menu organiza seu fluxo de execução. Evite aprofundar detalhes de sintaxe; o objetivo desta aula é compreender a sequência lógica do programa.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000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após a apresentação de cada etapa, faça perguntas rápidas para verificar a compreensão da turma antes de avançar. Incentive os estudantes a identificarem o que mudou no programa de um slide para o outro e relacione essas mudanças às etapas do fluxo de execução.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inicie retomando a pergunta da seção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 Ponto de partida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 apresente o fluxo geral de um programa com menu;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em seguida, explique cada etapa utilizando o mesmo programa como referência: primeiro a entrada de dados, depois a decisão e, por fim, a saída;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no slide final, destaque que o programa ainda é encerrado após executar uma opção e provoque a reflexão sobre como fazê-lo retornar ao menu, preparando a continuidade da sequência de aulas;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aplique a estratégia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Lemov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: “Com suas palavras”: após a discussão da pergunta, peça que alguns estudantes compartilhem suas hipóteses antes de prosseguir. Utilize esse momento para verificar rapidamente a compreensão da turma, valorizando diferentes respostas e conduzindo a reflexão até que percebam que o programa precisará executar novamente o mesmo fluxo para que o menu volte a ser exibido. Ainda não apresente a solução com estruturas de repetição; essa descoberta será aprofundada nas próximas aulas.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compreendam que um programa com menu executa uma sequência organizada de etapas para responder à escolha do usuário. Ao final da seção, devem ser capazes de identificar, em um programa simples, onde ocorre a entrada, a decisão e a saída, além de reconhecer que ainda falta um mecanismo para manter o menu em execução.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12" name="Google Shape;3012;p285"/>
          <p:cNvCxnSpPr>
            <a:cxnSpLocks/>
          </p:cNvCxnSpPr>
          <p:nvPr/>
        </p:nvCxnSpPr>
        <p:spPr>
          <a:xfrm flipV="1">
            <a:off x="690750" y="1036475"/>
            <a:ext cx="0" cy="425942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13" name="Google Shape;3013;p285"/>
          <p:cNvSpPr/>
          <p:nvPr/>
        </p:nvSpPr>
        <p:spPr>
          <a:xfrm>
            <a:off x="497841" y="2304816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285"/>
          <p:cNvSpPr/>
          <p:nvPr/>
        </p:nvSpPr>
        <p:spPr>
          <a:xfrm>
            <a:off x="497841" y="13186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285"/>
          <p:cNvSpPr/>
          <p:nvPr/>
        </p:nvSpPr>
        <p:spPr>
          <a:xfrm>
            <a:off x="569897" y="14171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6" name="Google Shape;3016;p285"/>
          <p:cNvSpPr/>
          <p:nvPr/>
        </p:nvSpPr>
        <p:spPr>
          <a:xfrm>
            <a:off x="566852" y="2383246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p285"/>
          <p:cNvSpPr/>
          <p:nvPr/>
        </p:nvSpPr>
        <p:spPr>
          <a:xfrm>
            <a:off x="497841" y="1867012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8" name="Google Shape;3018;p2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60718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9" name="Google Shape;3019;p285"/>
          <p:cNvGrpSpPr/>
          <p:nvPr/>
        </p:nvGrpSpPr>
        <p:grpSpPr>
          <a:xfrm>
            <a:off x="497841" y="2777696"/>
            <a:ext cx="386100" cy="382500"/>
            <a:chOff x="497841" y="3037886"/>
            <a:chExt cx="386100" cy="382500"/>
          </a:xfrm>
        </p:grpSpPr>
        <p:sp>
          <p:nvSpPr>
            <p:cNvPr id="3020" name="Google Shape;3020;p285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21" name="Google Shape;3021;p285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22" name="Google Shape;3022;p285"/>
          <p:cNvGrpSpPr/>
          <p:nvPr/>
        </p:nvGrpSpPr>
        <p:grpSpPr>
          <a:xfrm>
            <a:off x="497841" y="4263934"/>
            <a:ext cx="386100" cy="382500"/>
            <a:chOff x="497841" y="3801694"/>
            <a:chExt cx="386100" cy="382500"/>
          </a:xfrm>
        </p:grpSpPr>
        <p:sp>
          <p:nvSpPr>
            <p:cNvPr id="3023" name="Google Shape;3023;p285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24" name="Google Shape;3024;p285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0" name="Google Shape;3030;p286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1" name="Google Shape;3031;p286"/>
          <p:cNvSpPr txBox="1"/>
          <p:nvPr/>
        </p:nvSpPr>
        <p:spPr>
          <a:xfrm>
            <a:off x="985520" y="795752"/>
            <a:ext cx="5923200" cy="48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10 e 11</a:t>
            </a:r>
            <a:endParaRPr dirty="0"/>
          </a:p>
        </p:txBody>
      </p:sp>
      <p:cxnSp>
        <p:nvCxnSpPr>
          <p:cNvPr id="3032" name="Google Shape;3032;p286"/>
          <p:cNvCxnSpPr>
            <a:cxnSpLocks/>
          </p:cNvCxnSpPr>
          <p:nvPr/>
        </p:nvCxnSpPr>
        <p:spPr>
          <a:xfrm rot="10800000" flipH="1">
            <a:off x="685795" y="1026590"/>
            <a:ext cx="5100" cy="171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35" name="Google Shape;3035;p286"/>
          <p:cNvSpPr/>
          <p:nvPr/>
        </p:nvSpPr>
        <p:spPr>
          <a:xfrm>
            <a:off x="497841" y="1813385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7" name="Google Shape;3037;p286"/>
          <p:cNvSpPr txBox="1"/>
          <p:nvPr/>
        </p:nvSpPr>
        <p:spPr>
          <a:xfrm>
            <a:off x="985524" y="1432475"/>
            <a:ext cx="9944400" cy="121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é mobilizar os estudantes em relação aos conhecimentos apresentados e construídos em aula. É uma atividade de registro.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 minutos.</a:t>
            </a:r>
            <a:endParaRPr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Expectativas de respostas: a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lternativa correta: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“Decisão sobre o saldo.”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Feedback: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 decisão compara o valor solicitado com o saldo disponível e define o caminho: realizar o saque ou apresentar um aviso. As outras etapas recebem, tratam, exibem ou repetem o fluxo.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3038" name="Google Shape;3038;p2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07091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9" name="Google Shape;3039;p286"/>
          <p:cNvGrpSpPr/>
          <p:nvPr/>
        </p:nvGrpSpPr>
        <p:grpSpPr>
          <a:xfrm>
            <a:off x="497841" y="2230069"/>
            <a:ext cx="386100" cy="382500"/>
            <a:chOff x="497841" y="3801694"/>
            <a:chExt cx="386100" cy="382500"/>
          </a:xfrm>
        </p:grpSpPr>
        <p:sp>
          <p:nvSpPr>
            <p:cNvPr id="3040" name="Google Shape;3040;p286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33" name="Google Shape;3033;p286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oogle Shape;3580;p335">
            <a:extLst>
              <a:ext uri="{FF2B5EF4-FFF2-40B4-BE49-F238E27FC236}">
                <a16:creationId xmlns:a16="http://schemas.microsoft.com/office/drawing/2014/main" id="{73D6571B-B1BC-D901-DDED-A9906F86BFD3}"/>
              </a:ext>
            </a:extLst>
          </p:cNvPr>
          <p:cNvGrpSpPr/>
          <p:nvPr/>
        </p:nvGrpSpPr>
        <p:grpSpPr>
          <a:xfrm>
            <a:off x="497841" y="1394804"/>
            <a:ext cx="386100" cy="382500"/>
            <a:chOff x="497841" y="1318604"/>
            <a:chExt cx="386100" cy="382500"/>
          </a:xfrm>
        </p:grpSpPr>
        <p:sp>
          <p:nvSpPr>
            <p:cNvPr id="4" name="Google Shape;3581;p335">
              <a:extLst>
                <a:ext uri="{FF2B5EF4-FFF2-40B4-BE49-F238E27FC236}">
                  <a16:creationId xmlns:a16="http://schemas.microsoft.com/office/drawing/2014/main" id="{E7106EC4-7CAC-AC87-5B82-805152D08AC7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3582;p335">
              <a:extLst>
                <a:ext uri="{FF2B5EF4-FFF2-40B4-BE49-F238E27FC236}">
                  <a16:creationId xmlns:a16="http://schemas.microsoft.com/office/drawing/2014/main" id="{76C5C487-6631-944E-41F0-018C8DD0717B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p287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7" name="Google Shape;3047;p287"/>
          <p:cNvSpPr txBox="1"/>
          <p:nvPr/>
        </p:nvSpPr>
        <p:spPr>
          <a:xfrm>
            <a:off x="955053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15 a 17</a:t>
            </a:r>
            <a:endParaRPr dirty="0"/>
          </a:p>
        </p:txBody>
      </p:sp>
      <p:sp>
        <p:nvSpPr>
          <p:cNvPr id="3048" name="Google Shape;3048;p287"/>
          <p:cNvSpPr txBox="1"/>
          <p:nvPr/>
        </p:nvSpPr>
        <p:spPr>
          <a:xfrm>
            <a:off x="985519" y="1372059"/>
            <a:ext cx="10708637" cy="290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onduza a execução do programa passo a passo, incentivando os estudantes a acompanharem cada alteração realizada. Antes de executar o código, solicite que façam uma previsão sobre o comportamento do programa e, após cada teste, confirme coletivamente o que aconteceu, relacionando a execução às etapas do fluxo estudadas durante a aula.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acompanhe o ritmo da turma para que todos consigam executar o programa. Circule pela sala para apoiar estudantes com dificuldades na digitação ou na execução do código e incentive aqueles que concluírem primeiro a auxiliar colegas próximos, sem realizar a atividade por eles.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digite o programa juntamente com a turma ou projete o código para acompanhamento coletivo;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execute as opções 1 e 0, discutindo o resultado obtido em cada caso;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em seguida, oriente os estudantes a alterar a mensagem exibida na opção 1 e executar novamente o programa, observando que pequenas modificações no código alteram o comportamento da aplicação.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executem o programa corretamente, identifiquem a relação entre entrada, decisão e saída durante a execução e percebam que, após concluir uma ação, o programa é encerrado. Essa percepção servirá como ponto de partida para compreender, nas próximas aulas, como manter o menu em funcionamento continuamente.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49" name="Google Shape;3049;p287"/>
          <p:cNvCxnSpPr>
            <a:cxnSpLocks/>
          </p:cNvCxnSpPr>
          <p:nvPr/>
        </p:nvCxnSpPr>
        <p:spPr>
          <a:xfrm flipV="1">
            <a:off x="690895" y="1036415"/>
            <a:ext cx="0" cy="36689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051" name="Google Shape;3051;p287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052" name="Google Shape;3052;p287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287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4" name="Google Shape;3054;p287"/>
          <p:cNvGrpSpPr/>
          <p:nvPr/>
        </p:nvGrpSpPr>
        <p:grpSpPr>
          <a:xfrm>
            <a:off x="497841" y="2345461"/>
            <a:ext cx="386100" cy="382500"/>
            <a:chOff x="497841" y="2265726"/>
            <a:chExt cx="386100" cy="382500"/>
          </a:xfrm>
        </p:grpSpPr>
        <p:sp>
          <p:nvSpPr>
            <p:cNvPr id="3055" name="Google Shape;3055;p287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p287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7" name="Google Shape;3057;p287"/>
          <p:cNvGrpSpPr/>
          <p:nvPr/>
        </p:nvGrpSpPr>
        <p:grpSpPr>
          <a:xfrm>
            <a:off x="497841" y="1881534"/>
            <a:ext cx="386100" cy="382500"/>
            <a:chOff x="497841" y="1802325"/>
            <a:chExt cx="386100" cy="382500"/>
          </a:xfrm>
        </p:grpSpPr>
        <p:sp>
          <p:nvSpPr>
            <p:cNvPr id="3058" name="Google Shape;3058;p287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59" name="Google Shape;3059;p28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0" name="Google Shape;3060;p287"/>
          <p:cNvGrpSpPr/>
          <p:nvPr/>
        </p:nvGrpSpPr>
        <p:grpSpPr>
          <a:xfrm>
            <a:off x="497841" y="2841529"/>
            <a:ext cx="386100" cy="382500"/>
            <a:chOff x="497841" y="3037886"/>
            <a:chExt cx="386100" cy="382500"/>
          </a:xfrm>
        </p:grpSpPr>
        <p:sp>
          <p:nvSpPr>
            <p:cNvPr id="3061" name="Google Shape;3061;p287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62" name="Google Shape;3062;p287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3" name="Google Shape;3063;p287"/>
          <p:cNvGrpSpPr/>
          <p:nvPr/>
        </p:nvGrpSpPr>
        <p:grpSpPr>
          <a:xfrm>
            <a:off x="497841" y="3717199"/>
            <a:ext cx="386100" cy="382500"/>
            <a:chOff x="497841" y="3801694"/>
            <a:chExt cx="386100" cy="382500"/>
          </a:xfrm>
        </p:grpSpPr>
        <p:sp>
          <p:nvSpPr>
            <p:cNvPr id="3064" name="Google Shape;3064;p287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50" name="Google Shape;3050;p287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0" name="Google Shape;3070;p288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1" name="Google Shape;3071;p288"/>
          <p:cNvSpPr txBox="1"/>
          <p:nvPr/>
        </p:nvSpPr>
        <p:spPr>
          <a:xfrm>
            <a:off x="985527" y="795750"/>
            <a:ext cx="8560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2" name="Google Shape;3072;p288"/>
          <p:cNvSpPr txBox="1"/>
          <p:nvPr/>
        </p:nvSpPr>
        <p:spPr>
          <a:xfrm>
            <a:off x="985519" y="1352395"/>
            <a:ext cx="10783800" cy="306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gaje os estudantes rapidamente, pedindo confirmações ou reações breves às definições apresentadas.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eles se encaixam no contexto maior da aula e na vida profissional.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estudantes devem sair da aula com um entendimento claro e preciso dos conceitos principais.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73" name="Google Shape;3073;p288"/>
          <p:cNvCxnSpPr>
            <a:cxnSpLocks/>
          </p:cNvCxnSpPr>
          <p:nvPr/>
        </p:nvCxnSpPr>
        <p:spPr>
          <a:xfrm rot="10800000">
            <a:off x="685795" y="1001990"/>
            <a:ext cx="0" cy="3301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075" name="Google Shape;3075;p288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076" name="Google Shape;3076;p288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p288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8" name="Google Shape;3078;p288"/>
          <p:cNvGrpSpPr/>
          <p:nvPr/>
        </p:nvGrpSpPr>
        <p:grpSpPr>
          <a:xfrm>
            <a:off x="497841" y="2177168"/>
            <a:ext cx="386100" cy="382500"/>
            <a:chOff x="497841" y="2265726"/>
            <a:chExt cx="386100" cy="382500"/>
          </a:xfrm>
        </p:grpSpPr>
        <p:sp>
          <p:nvSpPr>
            <p:cNvPr id="3079" name="Google Shape;3079;p288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p288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1" name="Google Shape;3081;p288"/>
          <p:cNvGrpSpPr/>
          <p:nvPr/>
        </p:nvGrpSpPr>
        <p:grpSpPr>
          <a:xfrm>
            <a:off x="497841" y="2875961"/>
            <a:ext cx="386100" cy="382500"/>
            <a:chOff x="497841" y="3037886"/>
            <a:chExt cx="386100" cy="382500"/>
          </a:xfrm>
        </p:grpSpPr>
        <p:sp>
          <p:nvSpPr>
            <p:cNvPr id="3082" name="Google Shape;3082;p288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83" name="Google Shape;3083;p288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84" name="Google Shape;3084;p288"/>
          <p:cNvGrpSpPr/>
          <p:nvPr/>
        </p:nvGrpSpPr>
        <p:grpSpPr>
          <a:xfrm>
            <a:off x="497841" y="3763594"/>
            <a:ext cx="386100" cy="382500"/>
            <a:chOff x="497841" y="3801694"/>
            <a:chExt cx="386100" cy="382500"/>
          </a:xfrm>
        </p:grpSpPr>
        <p:sp>
          <p:nvSpPr>
            <p:cNvPr id="3085" name="Google Shape;3085;p288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74" name="Google Shape;3074;p28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86" name="Google Shape;3086;p288"/>
          <p:cNvGrpSpPr/>
          <p:nvPr/>
        </p:nvGrpSpPr>
        <p:grpSpPr>
          <a:xfrm>
            <a:off x="497841" y="1726125"/>
            <a:ext cx="386100" cy="382500"/>
            <a:chOff x="497841" y="1802325"/>
            <a:chExt cx="386100" cy="382500"/>
          </a:xfrm>
        </p:grpSpPr>
        <p:sp>
          <p:nvSpPr>
            <p:cNvPr id="3087" name="Google Shape;3087;p288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88" name="Google Shape;3088;p28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89" name="Google Shape;3089;p288"/>
          <p:cNvSpPr/>
          <p:nvPr/>
        </p:nvSpPr>
        <p:spPr>
          <a:xfrm>
            <a:off x="0" y="47479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0" name="Google Shape;3090;p288"/>
          <p:cNvSpPr txBox="1"/>
          <p:nvPr/>
        </p:nvSpPr>
        <p:spPr>
          <a:xfrm>
            <a:off x="985520" y="47581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1" name="Google Shape;3091;p288"/>
          <p:cNvCxnSpPr>
            <a:cxnSpLocks/>
          </p:cNvCxnSpPr>
          <p:nvPr/>
        </p:nvCxnSpPr>
        <p:spPr>
          <a:xfrm flipV="1">
            <a:off x="690876" y="4998614"/>
            <a:ext cx="0" cy="146886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93" name="Google Shape;3093;p288"/>
          <p:cNvSpPr/>
          <p:nvPr/>
        </p:nvSpPr>
        <p:spPr>
          <a:xfrm>
            <a:off x="497841" y="52810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4" name="Google Shape;3094;p288"/>
          <p:cNvSpPr/>
          <p:nvPr/>
        </p:nvSpPr>
        <p:spPr>
          <a:xfrm>
            <a:off x="569897" y="53795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p288"/>
          <p:cNvSpPr txBox="1"/>
          <p:nvPr/>
        </p:nvSpPr>
        <p:spPr>
          <a:xfrm>
            <a:off x="985525" y="5314800"/>
            <a:ext cx="8988300" cy="75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Saiba mais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apresenta recursos extraclasse para que os estudantes complementem sua formação. Incentive-os a continuarem explorando o tema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minuto.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92" name="Google Shape;3092;p288"/>
          <p:cNvSpPr/>
          <p:nvPr/>
        </p:nvSpPr>
        <p:spPr>
          <a:xfrm>
            <a:off x="495426" y="5772089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6" name="Google Shape;3096;p28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657" y="5865795"/>
            <a:ext cx="154445" cy="1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2267</Words>
  <Application>Microsoft Office PowerPoint</Application>
  <PresentationFormat>Ecrã Panorâmico</PresentationFormat>
  <Paragraphs>198</Paragraphs>
  <Slides>27</Slides>
  <Notes>26</Notes>
  <HiddenSlides>8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dos diapositivos</vt:lpstr>
      </vt:variant>
      <vt:variant>
        <vt:i4>27</vt:i4>
      </vt:variant>
    </vt:vector>
  </HeadingPairs>
  <TitlesOfParts>
    <vt:vector size="36" baseType="lpstr">
      <vt:lpstr>Poppins</vt:lpstr>
      <vt:lpstr>Poppins Medium</vt:lpstr>
      <vt:lpstr>Calibri</vt:lpstr>
      <vt:lpstr>Arial</vt:lpstr>
      <vt:lpstr>Poppins Light</vt:lpstr>
      <vt:lpstr>Office Theme</vt:lpstr>
      <vt:lpstr>Office Theme</vt:lpstr>
      <vt:lpstr>1_Office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Manuela Buk de Araujo</dc:creator>
  <cp:lastModifiedBy>Gustavo Henrique da Silva Oliveira</cp:lastModifiedBy>
  <cp:revision>22</cp:revision>
  <dcterms:modified xsi:type="dcterms:W3CDTF">2026-08-24T12:51:21Z</dcterms:modified>
</cp:coreProperties>
</file>